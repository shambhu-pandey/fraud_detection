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4"/>
  </p:notesMasterIdLst>
  <p:sldIdLst>
    <p:sldId id="256" r:id="rId2"/>
    <p:sldId id="324" r:id="rId3"/>
    <p:sldId id="259" r:id="rId4"/>
    <p:sldId id="260" r:id="rId5"/>
    <p:sldId id="325" r:id="rId6"/>
    <p:sldId id="264" r:id="rId7"/>
    <p:sldId id="323" r:id="rId8"/>
    <p:sldId id="333" r:id="rId9"/>
    <p:sldId id="334" r:id="rId10"/>
    <p:sldId id="265" r:id="rId11"/>
    <p:sldId id="312" r:id="rId12"/>
    <p:sldId id="328" r:id="rId13"/>
    <p:sldId id="330" r:id="rId14"/>
    <p:sldId id="331" r:id="rId15"/>
    <p:sldId id="332" r:id="rId16"/>
    <p:sldId id="327" r:id="rId17"/>
    <p:sldId id="316" r:id="rId18"/>
    <p:sldId id="317" r:id="rId19"/>
    <p:sldId id="318" r:id="rId20"/>
    <p:sldId id="319" r:id="rId21"/>
    <p:sldId id="320" r:id="rId22"/>
    <p:sldId id="321" r:id="rId23"/>
  </p:sldIdLst>
  <p:sldSz cx="12801600" cy="7315200"/>
  <p:notesSz cx="6858000" cy="9144000"/>
  <p:defaultTextStyle>
    <a:defPPr>
      <a:defRPr lang="en-US"/>
    </a:defPPr>
    <a:lvl1pPr marL="0" algn="l" defTabSz="1149448" rtl="0" eaLnBrk="1" latinLnBrk="0" hangingPunct="1">
      <a:defRPr sz="2300" kern="1200">
        <a:solidFill>
          <a:schemeClr val="tx1"/>
        </a:solidFill>
        <a:latin typeface="+mn-lt"/>
        <a:ea typeface="+mn-ea"/>
        <a:cs typeface="+mn-cs"/>
      </a:defRPr>
    </a:lvl1pPr>
    <a:lvl2pPr marL="574724" algn="l" defTabSz="1149448" rtl="0" eaLnBrk="1" latinLnBrk="0" hangingPunct="1">
      <a:defRPr sz="2300" kern="1200">
        <a:solidFill>
          <a:schemeClr val="tx1"/>
        </a:solidFill>
        <a:latin typeface="+mn-lt"/>
        <a:ea typeface="+mn-ea"/>
        <a:cs typeface="+mn-cs"/>
      </a:defRPr>
    </a:lvl2pPr>
    <a:lvl3pPr marL="1149448" algn="l" defTabSz="1149448" rtl="0" eaLnBrk="1" latinLnBrk="0" hangingPunct="1">
      <a:defRPr sz="2300" kern="1200">
        <a:solidFill>
          <a:schemeClr val="tx1"/>
        </a:solidFill>
        <a:latin typeface="+mn-lt"/>
        <a:ea typeface="+mn-ea"/>
        <a:cs typeface="+mn-cs"/>
      </a:defRPr>
    </a:lvl3pPr>
    <a:lvl4pPr marL="1724172" algn="l" defTabSz="1149448" rtl="0" eaLnBrk="1" latinLnBrk="0" hangingPunct="1">
      <a:defRPr sz="2300" kern="1200">
        <a:solidFill>
          <a:schemeClr val="tx1"/>
        </a:solidFill>
        <a:latin typeface="+mn-lt"/>
        <a:ea typeface="+mn-ea"/>
        <a:cs typeface="+mn-cs"/>
      </a:defRPr>
    </a:lvl4pPr>
    <a:lvl5pPr marL="2298895" algn="l" defTabSz="1149448" rtl="0" eaLnBrk="1" latinLnBrk="0" hangingPunct="1">
      <a:defRPr sz="2300" kern="1200">
        <a:solidFill>
          <a:schemeClr val="tx1"/>
        </a:solidFill>
        <a:latin typeface="+mn-lt"/>
        <a:ea typeface="+mn-ea"/>
        <a:cs typeface="+mn-cs"/>
      </a:defRPr>
    </a:lvl5pPr>
    <a:lvl6pPr marL="2873621" algn="l" defTabSz="1149448" rtl="0" eaLnBrk="1" latinLnBrk="0" hangingPunct="1">
      <a:defRPr sz="2300" kern="1200">
        <a:solidFill>
          <a:schemeClr val="tx1"/>
        </a:solidFill>
        <a:latin typeface="+mn-lt"/>
        <a:ea typeface="+mn-ea"/>
        <a:cs typeface="+mn-cs"/>
      </a:defRPr>
    </a:lvl6pPr>
    <a:lvl7pPr marL="3448344" algn="l" defTabSz="1149448" rtl="0" eaLnBrk="1" latinLnBrk="0" hangingPunct="1">
      <a:defRPr sz="2300" kern="1200">
        <a:solidFill>
          <a:schemeClr val="tx1"/>
        </a:solidFill>
        <a:latin typeface="+mn-lt"/>
        <a:ea typeface="+mn-ea"/>
        <a:cs typeface="+mn-cs"/>
      </a:defRPr>
    </a:lvl7pPr>
    <a:lvl8pPr marL="4023069" algn="l" defTabSz="1149448" rtl="0" eaLnBrk="1" latinLnBrk="0" hangingPunct="1">
      <a:defRPr sz="2300" kern="1200">
        <a:solidFill>
          <a:schemeClr val="tx1"/>
        </a:solidFill>
        <a:latin typeface="+mn-lt"/>
        <a:ea typeface="+mn-ea"/>
        <a:cs typeface="+mn-cs"/>
      </a:defRPr>
    </a:lvl8pPr>
    <a:lvl9pPr marL="4597793" algn="l" defTabSz="1149448" rtl="0" eaLnBrk="1" latinLnBrk="0" hangingPunct="1">
      <a:defRPr sz="2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4">
          <p15:clr>
            <a:srgbClr val="A4A3A4"/>
          </p15:clr>
        </p15:guide>
        <p15:guide id="2" pos="40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E1F2"/>
    <a:srgbClr val="558ED5"/>
    <a:srgbClr val="C6D9F1"/>
    <a:srgbClr val="558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931" y="53"/>
      </p:cViewPr>
      <p:guideLst>
        <p:guide orient="horz" pos="2304"/>
        <p:guide pos="40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4CD7A36-15CF-4B40-B7C9-B299C824610E}" type="datetimeFigureOut">
              <a:rPr lang="en-US" smtClean="0"/>
              <a:t>3/30/2026</a:t>
            </a:fld>
            <a:endParaRPr lang="en-US"/>
          </a:p>
        </p:txBody>
      </p:sp>
      <p:sp>
        <p:nvSpPr>
          <p:cNvPr id="4" name="Slide Image Placeholder 3"/>
          <p:cNvSpPr>
            <a:spLocks noGrp="1" noRot="1" noChangeAspect="1"/>
          </p:cNvSpPr>
          <p:nvPr>
            <p:ph type="sldImg" idx="2"/>
          </p:nvPr>
        </p:nvSpPr>
        <p:spPr>
          <a:xfrm>
            <a:off x="428625" y="685800"/>
            <a:ext cx="600075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3DE4103-D868-498D-BB7B-ABDA25F9744E}" type="slidenum">
              <a:rPr lang="en-US" smtClean="0"/>
              <a:t>‹#›</a:t>
            </a:fld>
            <a:endParaRPr lang="en-US"/>
          </a:p>
        </p:txBody>
      </p:sp>
    </p:spTree>
    <p:extLst>
      <p:ext uri="{BB962C8B-B14F-4D97-AF65-F5344CB8AC3E}">
        <p14:creationId xmlns:p14="http://schemas.microsoft.com/office/powerpoint/2010/main" val="4146365420"/>
      </p:ext>
    </p:extLst>
  </p:cSld>
  <p:clrMap bg1="lt1" tx1="dk1" bg2="lt2" tx2="dk2" accent1="accent1" accent2="accent2" accent3="accent3" accent4="accent4" accent5="accent5" accent6="accent6" hlink="hlink" folHlink="folHlink"/>
  <p:notesStyle>
    <a:lvl1pPr marL="0" algn="l" defTabSz="1149448" rtl="0" eaLnBrk="1" latinLnBrk="0" hangingPunct="1">
      <a:defRPr sz="1500" kern="1200">
        <a:solidFill>
          <a:schemeClr val="tx1"/>
        </a:solidFill>
        <a:latin typeface="+mn-lt"/>
        <a:ea typeface="+mn-ea"/>
        <a:cs typeface="+mn-cs"/>
      </a:defRPr>
    </a:lvl1pPr>
    <a:lvl2pPr marL="574724" algn="l" defTabSz="1149448" rtl="0" eaLnBrk="1" latinLnBrk="0" hangingPunct="1">
      <a:defRPr sz="1500" kern="1200">
        <a:solidFill>
          <a:schemeClr val="tx1"/>
        </a:solidFill>
        <a:latin typeface="+mn-lt"/>
        <a:ea typeface="+mn-ea"/>
        <a:cs typeface="+mn-cs"/>
      </a:defRPr>
    </a:lvl2pPr>
    <a:lvl3pPr marL="1149448" algn="l" defTabSz="1149448" rtl="0" eaLnBrk="1" latinLnBrk="0" hangingPunct="1">
      <a:defRPr sz="1500" kern="1200">
        <a:solidFill>
          <a:schemeClr val="tx1"/>
        </a:solidFill>
        <a:latin typeface="+mn-lt"/>
        <a:ea typeface="+mn-ea"/>
        <a:cs typeface="+mn-cs"/>
      </a:defRPr>
    </a:lvl3pPr>
    <a:lvl4pPr marL="1724172" algn="l" defTabSz="1149448" rtl="0" eaLnBrk="1" latinLnBrk="0" hangingPunct="1">
      <a:defRPr sz="1500" kern="1200">
        <a:solidFill>
          <a:schemeClr val="tx1"/>
        </a:solidFill>
        <a:latin typeface="+mn-lt"/>
        <a:ea typeface="+mn-ea"/>
        <a:cs typeface="+mn-cs"/>
      </a:defRPr>
    </a:lvl4pPr>
    <a:lvl5pPr marL="2298895" algn="l" defTabSz="1149448" rtl="0" eaLnBrk="1" latinLnBrk="0" hangingPunct="1">
      <a:defRPr sz="1500" kern="1200">
        <a:solidFill>
          <a:schemeClr val="tx1"/>
        </a:solidFill>
        <a:latin typeface="+mn-lt"/>
        <a:ea typeface="+mn-ea"/>
        <a:cs typeface="+mn-cs"/>
      </a:defRPr>
    </a:lvl5pPr>
    <a:lvl6pPr marL="2873621" algn="l" defTabSz="1149448" rtl="0" eaLnBrk="1" latinLnBrk="0" hangingPunct="1">
      <a:defRPr sz="1500" kern="1200">
        <a:solidFill>
          <a:schemeClr val="tx1"/>
        </a:solidFill>
        <a:latin typeface="+mn-lt"/>
        <a:ea typeface="+mn-ea"/>
        <a:cs typeface="+mn-cs"/>
      </a:defRPr>
    </a:lvl6pPr>
    <a:lvl7pPr marL="3448344" algn="l" defTabSz="1149448" rtl="0" eaLnBrk="1" latinLnBrk="0" hangingPunct="1">
      <a:defRPr sz="1500" kern="1200">
        <a:solidFill>
          <a:schemeClr val="tx1"/>
        </a:solidFill>
        <a:latin typeface="+mn-lt"/>
        <a:ea typeface="+mn-ea"/>
        <a:cs typeface="+mn-cs"/>
      </a:defRPr>
    </a:lvl7pPr>
    <a:lvl8pPr marL="4023069" algn="l" defTabSz="1149448" rtl="0" eaLnBrk="1" latinLnBrk="0" hangingPunct="1">
      <a:defRPr sz="1500" kern="1200">
        <a:solidFill>
          <a:schemeClr val="tx1"/>
        </a:solidFill>
        <a:latin typeface="+mn-lt"/>
        <a:ea typeface="+mn-ea"/>
        <a:cs typeface="+mn-cs"/>
      </a:defRPr>
    </a:lvl8pPr>
    <a:lvl9pPr marL="4597793" algn="l" defTabSz="1149448" rtl="0" eaLnBrk="1" latinLnBrk="0" hangingPunct="1">
      <a:defRPr sz="15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2272456"/>
            <a:ext cx="10881360" cy="1568027"/>
          </a:xfrm>
        </p:spPr>
        <p:txBody>
          <a:bodyPr/>
          <a:lstStyle/>
          <a:p>
            <a:r>
              <a:rPr lang="en-US"/>
              <a:t>Click to edit Master title style</a:t>
            </a:r>
          </a:p>
        </p:txBody>
      </p:sp>
      <p:sp>
        <p:nvSpPr>
          <p:cNvPr id="3" name="Subtitle 2"/>
          <p:cNvSpPr>
            <a:spLocks noGrp="1"/>
          </p:cNvSpPr>
          <p:nvPr>
            <p:ph type="subTitle" idx="1"/>
          </p:nvPr>
        </p:nvSpPr>
        <p:spPr>
          <a:xfrm>
            <a:off x="1920240" y="4145280"/>
            <a:ext cx="8961120" cy="1869440"/>
          </a:xfrm>
        </p:spPr>
        <p:txBody>
          <a:bodyPr/>
          <a:lstStyle>
            <a:lvl1pPr marL="0" indent="0" algn="ctr">
              <a:buNone/>
              <a:defRPr>
                <a:solidFill>
                  <a:schemeClr val="tx1">
                    <a:tint val="75000"/>
                  </a:schemeClr>
                </a:solidFill>
              </a:defRPr>
            </a:lvl1pPr>
            <a:lvl2pPr marL="574724" indent="0" algn="ctr">
              <a:buNone/>
              <a:defRPr>
                <a:solidFill>
                  <a:schemeClr val="tx1">
                    <a:tint val="75000"/>
                  </a:schemeClr>
                </a:solidFill>
              </a:defRPr>
            </a:lvl2pPr>
            <a:lvl3pPr marL="1149448" indent="0" algn="ctr">
              <a:buNone/>
              <a:defRPr>
                <a:solidFill>
                  <a:schemeClr val="tx1">
                    <a:tint val="75000"/>
                  </a:schemeClr>
                </a:solidFill>
              </a:defRPr>
            </a:lvl3pPr>
            <a:lvl4pPr marL="1724172" indent="0" algn="ctr">
              <a:buNone/>
              <a:defRPr>
                <a:solidFill>
                  <a:schemeClr val="tx1">
                    <a:tint val="75000"/>
                  </a:schemeClr>
                </a:solidFill>
              </a:defRPr>
            </a:lvl4pPr>
            <a:lvl5pPr marL="2298895" indent="0" algn="ctr">
              <a:buNone/>
              <a:defRPr>
                <a:solidFill>
                  <a:schemeClr val="tx1">
                    <a:tint val="75000"/>
                  </a:schemeClr>
                </a:solidFill>
              </a:defRPr>
            </a:lvl5pPr>
            <a:lvl6pPr marL="2873621" indent="0" algn="ctr">
              <a:buNone/>
              <a:defRPr>
                <a:solidFill>
                  <a:schemeClr val="tx1">
                    <a:tint val="75000"/>
                  </a:schemeClr>
                </a:solidFill>
              </a:defRPr>
            </a:lvl6pPr>
            <a:lvl7pPr marL="3448344" indent="0" algn="ctr">
              <a:buNone/>
              <a:defRPr>
                <a:solidFill>
                  <a:schemeClr val="tx1">
                    <a:tint val="75000"/>
                  </a:schemeClr>
                </a:solidFill>
              </a:defRPr>
            </a:lvl7pPr>
            <a:lvl8pPr marL="4023069" indent="0" algn="ctr">
              <a:buNone/>
              <a:defRPr>
                <a:solidFill>
                  <a:schemeClr val="tx1">
                    <a:tint val="75000"/>
                  </a:schemeClr>
                </a:solidFill>
              </a:defRPr>
            </a:lvl8pPr>
            <a:lvl9pPr marL="4597793"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C2E1E87-9C15-4984-91E0-215221CAF7F6}" type="datetime1">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2505882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116BE9-D6CB-4D14-A12D-7F5512E1435B}" type="datetime1">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141061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1238" y="4700695"/>
            <a:ext cx="10881360" cy="1452880"/>
          </a:xfrm>
        </p:spPr>
        <p:txBody>
          <a:bodyPr anchor="t"/>
          <a:lstStyle>
            <a:lvl1pPr algn="l">
              <a:defRPr sz="5100" b="1" cap="all"/>
            </a:lvl1pPr>
          </a:lstStyle>
          <a:p>
            <a:r>
              <a:rPr lang="en-US"/>
              <a:t>Click to edit Master title style</a:t>
            </a:r>
          </a:p>
        </p:txBody>
      </p:sp>
      <p:sp>
        <p:nvSpPr>
          <p:cNvPr id="3" name="Text Placeholder 2"/>
          <p:cNvSpPr>
            <a:spLocks noGrp="1"/>
          </p:cNvSpPr>
          <p:nvPr>
            <p:ph type="body" idx="1"/>
          </p:nvPr>
        </p:nvSpPr>
        <p:spPr>
          <a:xfrm>
            <a:off x="1011238" y="3100496"/>
            <a:ext cx="10881360" cy="1600199"/>
          </a:xfrm>
        </p:spPr>
        <p:txBody>
          <a:bodyPr anchor="b"/>
          <a:lstStyle>
            <a:lvl1pPr marL="0" indent="0">
              <a:buNone/>
              <a:defRPr sz="2500">
                <a:solidFill>
                  <a:schemeClr val="tx1">
                    <a:tint val="75000"/>
                  </a:schemeClr>
                </a:solidFill>
              </a:defRPr>
            </a:lvl1pPr>
            <a:lvl2pPr marL="574724" indent="0">
              <a:buNone/>
              <a:defRPr sz="2300">
                <a:solidFill>
                  <a:schemeClr val="tx1">
                    <a:tint val="75000"/>
                  </a:schemeClr>
                </a:solidFill>
              </a:defRPr>
            </a:lvl2pPr>
            <a:lvl3pPr marL="1149448" indent="0">
              <a:buNone/>
              <a:defRPr sz="2000">
                <a:solidFill>
                  <a:schemeClr val="tx1">
                    <a:tint val="75000"/>
                  </a:schemeClr>
                </a:solidFill>
              </a:defRPr>
            </a:lvl3pPr>
            <a:lvl4pPr marL="1724172" indent="0">
              <a:buNone/>
              <a:defRPr sz="1800">
                <a:solidFill>
                  <a:schemeClr val="tx1">
                    <a:tint val="75000"/>
                  </a:schemeClr>
                </a:solidFill>
              </a:defRPr>
            </a:lvl4pPr>
            <a:lvl5pPr marL="2298895" indent="0">
              <a:buNone/>
              <a:defRPr sz="1800">
                <a:solidFill>
                  <a:schemeClr val="tx1">
                    <a:tint val="75000"/>
                  </a:schemeClr>
                </a:solidFill>
              </a:defRPr>
            </a:lvl5pPr>
            <a:lvl6pPr marL="2873621" indent="0">
              <a:buNone/>
              <a:defRPr sz="1800">
                <a:solidFill>
                  <a:schemeClr val="tx1">
                    <a:tint val="75000"/>
                  </a:schemeClr>
                </a:solidFill>
              </a:defRPr>
            </a:lvl6pPr>
            <a:lvl7pPr marL="3448344" indent="0">
              <a:buNone/>
              <a:defRPr sz="1800">
                <a:solidFill>
                  <a:schemeClr val="tx1">
                    <a:tint val="75000"/>
                  </a:schemeClr>
                </a:solidFill>
              </a:defRPr>
            </a:lvl7pPr>
            <a:lvl8pPr marL="4023069" indent="0">
              <a:buNone/>
              <a:defRPr sz="1800">
                <a:solidFill>
                  <a:schemeClr val="tx1">
                    <a:tint val="75000"/>
                  </a:schemeClr>
                </a:solidFill>
              </a:defRPr>
            </a:lvl8pPr>
            <a:lvl9pPr marL="4597793" indent="0">
              <a:buNone/>
              <a:defRPr sz="18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2A9D04-24B9-408C-A000-3B78FDBD0AEB}" type="datetime1">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86023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40080" y="1706880"/>
            <a:ext cx="5654040" cy="4827694"/>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07480" y="1706880"/>
            <a:ext cx="5654040" cy="4827694"/>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2B91B48-F2B5-44C0-A324-732125246729}" type="datetime1">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189833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40080" y="1637454"/>
            <a:ext cx="5656263" cy="682414"/>
          </a:xfrm>
        </p:spPr>
        <p:txBody>
          <a:bodyPr anchor="b"/>
          <a:lstStyle>
            <a:lvl1pPr marL="0" indent="0">
              <a:buNone/>
              <a:defRPr sz="3000" b="1"/>
            </a:lvl1pPr>
            <a:lvl2pPr marL="574724" indent="0">
              <a:buNone/>
              <a:defRPr sz="2500" b="1"/>
            </a:lvl2pPr>
            <a:lvl3pPr marL="1149448" indent="0">
              <a:buNone/>
              <a:defRPr sz="2300" b="1"/>
            </a:lvl3pPr>
            <a:lvl4pPr marL="1724172" indent="0">
              <a:buNone/>
              <a:defRPr sz="2000" b="1"/>
            </a:lvl4pPr>
            <a:lvl5pPr marL="2298895" indent="0">
              <a:buNone/>
              <a:defRPr sz="2000" b="1"/>
            </a:lvl5pPr>
            <a:lvl6pPr marL="2873621" indent="0">
              <a:buNone/>
              <a:defRPr sz="2000" b="1"/>
            </a:lvl6pPr>
            <a:lvl7pPr marL="3448344" indent="0">
              <a:buNone/>
              <a:defRPr sz="2000" b="1"/>
            </a:lvl7pPr>
            <a:lvl8pPr marL="4023069" indent="0">
              <a:buNone/>
              <a:defRPr sz="2000" b="1"/>
            </a:lvl8pPr>
            <a:lvl9pPr marL="4597793" indent="0">
              <a:buNone/>
              <a:defRPr sz="2000" b="1"/>
            </a:lvl9pPr>
          </a:lstStyle>
          <a:p>
            <a:pPr lvl="0"/>
            <a:r>
              <a:rPr lang="en-US"/>
              <a:t>Click to edit Master text styles</a:t>
            </a:r>
          </a:p>
        </p:txBody>
      </p:sp>
      <p:sp>
        <p:nvSpPr>
          <p:cNvPr id="4" name="Content Placeholder 3"/>
          <p:cNvSpPr>
            <a:spLocks noGrp="1"/>
          </p:cNvSpPr>
          <p:nvPr>
            <p:ph sz="half" idx="2"/>
          </p:nvPr>
        </p:nvSpPr>
        <p:spPr>
          <a:xfrm>
            <a:off x="640080" y="2319868"/>
            <a:ext cx="5656263" cy="4214707"/>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03037" y="1637454"/>
            <a:ext cx="5658485" cy="682414"/>
          </a:xfrm>
        </p:spPr>
        <p:txBody>
          <a:bodyPr anchor="b"/>
          <a:lstStyle>
            <a:lvl1pPr marL="0" indent="0">
              <a:buNone/>
              <a:defRPr sz="3000" b="1"/>
            </a:lvl1pPr>
            <a:lvl2pPr marL="574724" indent="0">
              <a:buNone/>
              <a:defRPr sz="2500" b="1"/>
            </a:lvl2pPr>
            <a:lvl3pPr marL="1149448" indent="0">
              <a:buNone/>
              <a:defRPr sz="2300" b="1"/>
            </a:lvl3pPr>
            <a:lvl4pPr marL="1724172" indent="0">
              <a:buNone/>
              <a:defRPr sz="2000" b="1"/>
            </a:lvl4pPr>
            <a:lvl5pPr marL="2298895" indent="0">
              <a:buNone/>
              <a:defRPr sz="2000" b="1"/>
            </a:lvl5pPr>
            <a:lvl6pPr marL="2873621" indent="0">
              <a:buNone/>
              <a:defRPr sz="2000" b="1"/>
            </a:lvl6pPr>
            <a:lvl7pPr marL="3448344" indent="0">
              <a:buNone/>
              <a:defRPr sz="2000" b="1"/>
            </a:lvl7pPr>
            <a:lvl8pPr marL="4023069" indent="0">
              <a:buNone/>
              <a:defRPr sz="2000" b="1"/>
            </a:lvl8pPr>
            <a:lvl9pPr marL="4597793" indent="0">
              <a:buNone/>
              <a:defRPr sz="2000" b="1"/>
            </a:lvl9pPr>
          </a:lstStyle>
          <a:p>
            <a:pPr lvl="0"/>
            <a:r>
              <a:rPr lang="en-US"/>
              <a:t>Click to edit Master text styles</a:t>
            </a:r>
          </a:p>
        </p:txBody>
      </p:sp>
      <p:sp>
        <p:nvSpPr>
          <p:cNvPr id="6" name="Content Placeholder 5"/>
          <p:cNvSpPr>
            <a:spLocks noGrp="1"/>
          </p:cNvSpPr>
          <p:nvPr>
            <p:ph sz="quarter" idx="4"/>
          </p:nvPr>
        </p:nvSpPr>
        <p:spPr>
          <a:xfrm>
            <a:off x="6503037" y="2319868"/>
            <a:ext cx="5658485" cy="4214707"/>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8337E91-F602-4F18-92CA-FB1A231376B0}" type="datetime1">
              <a:rPr lang="en-US" smtClean="0"/>
              <a:t>3/30/2026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79367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0818EFE-411D-495F-AE32-482368671348}" type="datetime1">
              <a:rPr lang="en-US" smtClean="0"/>
              <a:t>3/30/2026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2036217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6129DD-E279-4A67-BA32-75987FE76FB7}" type="datetime1">
              <a:rPr lang="en-US" smtClean="0"/>
              <a:t>3/30/2026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844010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0082" y="291252"/>
            <a:ext cx="4211638" cy="1239521"/>
          </a:xfrm>
        </p:spPr>
        <p:txBody>
          <a:bodyPr anchor="b"/>
          <a:lstStyle>
            <a:lvl1pPr algn="l">
              <a:defRPr sz="2500" b="1"/>
            </a:lvl1pPr>
          </a:lstStyle>
          <a:p>
            <a:r>
              <a:rPr lang="en-US"/>
              <a:t>Click to edit Master title style</a:t>
            </a:r>
          </a:p>
        </p:txBody>
      </p:sp>
      <p:sp>
        <p:nvSpPr>
          <p:cNvPr id="3" name="Content Placeholder 2"/>
          <p:cNvSpPr>
            <a:spLocks noGrp="1"/>
          </p:cNvSpPr>
          <p:nvPr>
            <p:ph idx="1"/>
          </p:nvPr>
        </p:nvSpPr>
        <p:spPr>
          <a:xfrm>
            <a:off x="5005070" y="291255"/>
            <a:ext cx="7156450" cy="6243321"/>
          </a:xfrm>
        </p:spPr>
        <p:txBody>
          <a:bodyPr/>
          <a:lstStyle>
            <a:lvl1pPr>
              <a:defRPr sz="39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40082" y="1530775"/>
            <a:ext cx="4211638" cy="5003802"/>
          </a:xfrm>
        </p:spPr>
        <p:txBody>
          <a:bodyPr/>
          <a:lstStyle>
            <a:lvl1pPr marL="0" indent="0">
              <a:buNone/>
              <a:defRPr sz="1800"/>
            </a:lvl1pPr>
            <a:lvl2pPr marL="574724" indent="0">
              <a:buNone/>
              <a:defRPr sz="1500"/>
            </a:lvl2pPr>
            <a:lvl3pPr marL="1149448" indent="0">
              <a:buNone/>
              <a:defRPr sz="1300"/>
            </a:lvl3pPr>
            <a:lvl4pPr marL="1724172" indent="0">
              <a:buNone/>
              <a:defRPr sz="1100"/>
            </a:lvl4pPr>
            <a:lvl5pPr marL="2298895" indent="0">
              <a:buNone/>
              <a:defRPr sz="1100"/>
            </a:lvl5pPr>
            <a:lvl6pPr marL="2873621" indent="0">
              <a:buNone/>
              <a:defRPr sz="1100"/>
            </a:lvl6pPr>
            <a:lvl7pPr marL="3448344" indent="0">
              <a:buNone/>
              <a:defRPr sz="1100"/>
            </a:lvl7pPr>
            <a:lvl8pPr marL="4023069" indent="0">
              <a:buNone/>
              <a:defRPr sz="1100"/>
            </a:lvl8pPr>
            <a:lvl9pPr marL="459779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E97BA02B-9B73-458F-B848-E99C8FA83242}" type="datetime1">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684943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9203" y="5120640"/>
            <a:ext cx="7680960" cy="604521"/>
          </a:xfrm>
        </p:spPr>
        <p:txBody>
          <a:bodyPr anchor="b"/>
          <a:lstStyle>
            <a:lvl1pPr algn="l">
              <a:defRPr sz="2500" b="1"/>
            </a:lvl1pPr>
          </a:lstStyle>
          <a:p>
            <a:r>
              <a:rPr lang="en-US"/>
              <a:t>Click to edit Master title style</a:t>
            </a:r>
          </a:p>
        </p:txBody>
      </p:sp>
      <p:sp>
        <p:nvSpPr>
          <p:cNvPr id="3" name="Picture Placeholder 2"/>
          <p:cNvSpPr>
            <a:spLocks noGrp="1"/>
          </p:cNvSpPr>
          <p:nvPr>
            <p:ph type="pic" idx="1"/>
          </p:nvPr>
        </p:nvSpPr>
        <p:spPr>
          <a:xfrm>
            <a:off x="2509203" y="653626"/>
            <a:ext cx="7680960" cy="4389120"/>
          </a:xfrm>
        </p:spPr>
        <p:txBody>
          <a:bodyPr/>
          <a:lstStyle>
            <a:lvl1pPr marL="0" indent="0">
              <a:buNone/>
              <a:defRPr sz="3900"/>
            </a:lvl1pPr>
            <a:lvl2pPr marL="574724" indent="0">
              <a:buNone/>
              <a:defRPr sz="3500"/>
            </a:lvl2pPr>
            <a:lvl3pPr marL="1149448" indent="0">
              <a:buNone/>
              <a:defRPr sz="3000"/>
            </a:lvl3pPr>
            <a:lvl4pPr marL="1724172" indent="0">
              <a:buNone/>
              <a:defRPr sz="2500"/>
            </a:lvl4pPr>
            <a:lvl5pPr marL="2298895" indent="0">
              <a:buNone/>
              <a:defRPr sz="2500"/>
            </a:lvl5pPr>
            <a:lvl6pPr marL="2873621" indent="0">
              <a:buNone/>
              <a:defRPr sz="2500"/>
            </a:lvl6pPr>
            <a:lvl7pPr marL="3448344" indent="0">
              <a:buNone/>
              <a:defRPr sz="2500"/>
            </a:lvl7pPr>
            <a:lvl8pPr marL="4023069" indent="0">
              <a:buNone/>
              <a:defRPr sz="2500"/>
            </a:lvl8pPr>
            <a:lvl9pPr marL="4597793" indent="0">
              <a:buNone/>
              <a:defRPr sz="2500"/>
            </a:lvl9pPr>
          </a:lstStyle>
          <a:p>
            <a:endParaRPr lang="en-US"/>
          </a:p>
        </p:txBody>
      </p:sp>
      <p:sp>
        <p:nvSpPr>
          <p:cNvPr id="4" name="Text Placeholder 3"/>
          <p:cNvSpPr>
            <a:spLocks noGrp="1"/>
          </p:cNvSpPr>
          <p:nvPr>
            <p:ph type="body" sz="half" idx="2"/>
          </p:nvPr>
        </p:nvSpPr>
        <p:spPr>
          <a:xfrm>
            <a:off x="2509203" y="5725161"/>
            <a:ext cx="7680960" cy="858519"/>
          </a:xfrm>
        </p:spPr>
        <p:txBody>
          <a:bodyPr/>
          <a:lstStyle>
            <a:lvl1pPr marL="0" indent="0">
              <a:buNone/>
              <a:defRPr sz="1800"/>
            </a:lvl1pPr>
            <a:lvl2pPr marL="574724" indent="0">
              <a:buNone/>
              <a:defRPr sz="1500"/>
            </a:lvl2pPr>
            <a:lvl3pPr marL="1149448" indent="0">
              <a:buNone/>
              <a:defRPr sz="1300"/>
            </a:lvl3pPr>
            <a:lvl4pPr marL="1724172" indent="0">
              <a:buNone/>
              <a:defRPr sz="1100"/>
            </a:lvl4pPr>
            <a:lvl5pPr marL="2298895" indent="0">
              <a:buNone/>
              <a:defRPr sz="1100"/>
            </a:lvl5pPr>
            <a:lvl6pPr marL="2873621" indent="0">
              <a:buNone/>
              <a:defRPr sz="1100"/>
            </a:lvl6pPr>
            <a:lvl7pPr marL="3448344" indent="0">
              <a:buNone/>
              <a:defRPr sz="1100"/>
            </a:lvl7pPr>
            <a:lvl8pPr marL="4023069" indent="0">
              <a:buNone/>
              <a:defRPr sz="1100"/>
            </a:lvl8pPr>
            <a:lvl9pPr marL="459779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3752997-1B9E-4EF2-B260-9EB38D81F553}" type="datetime1">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131600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1370E5-7D69-44CE-AE73-71BFC3B68EE4}" type="datetime1">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683209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81160" y="292948"/>
            <a:ext cx="2880360" cy="624162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0080" y="292948"/>
            <a:ext cx="8427720" cy="62416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CFF8B80-F83C-48AA-AA3F-63D37C1606D6}" type="datetime1">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01113546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0080" y="292946"/>
            <a:ext cx="11521440" cy="1219200"/>
          </a:xfrm>
          <a:prstGeom prst="rect">
            <a:avLst/>
          </a:prstGeom>
        </p:spPr>
        <p:txBody>
          <a:bodyPr vert="horz" lIns="114945" tIns="57473" rIns="114945" bIns="57473" rtlCol="0" anchor="ctr">
            <a:normAutofit/>
          </a:bodyPr>
          <a:lstStyle/>
          <a:p>
            <a:r>
              <a:rPr lang="en-US"/>
              <a:t>Click to edit Master title style</a:t>
            </a:r>
          </a:p>
        </p:txBody>
      </p:sp>
      <p:sp>
        <p:nvSpPr>
          <p:cNvPr id="3" name="Text Placeholder 2"/>
          <p:cNvSpPr>
            <a:spLocks noGrp="1"/>
          </p:cNvSpPr>
          <p:nvPr>
            <p:ph type="body" idx="1"/>
          </p:nvPr>
        </p:nvSpPr>
        <p:spPr>
          <a:xfrm>
            <a:off x="640080" y="1706880"/>
            <a:ext cx="11521440" cy="4827694"/>
          </a:xfrm>
          <a:prstGeom prst="rect">
            <a:avLst/>
          </a:prstGeom>
        </p:spPr>
        <p:txBody>
          <a:bodyPr vert="horz" lIns="114945" tIns="57473" rIns="114945" bIns="5747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40080" y="6780107"/>
            <a:ext cx="2987040" cy="389467"/>
          </a:xfrm>
          <a:prstGeom prst="rect">
            <a:avLst/>
          </a:prstGeom>
        </p:spPr>
        <p:txBody>
          <a:bodyPr vert="horz" lIns="114945" tIns="57473" rIns="114945" bIns="57473" rtlCol="0" anchor="ctr"/>
          <a:lstStyle>
            <a:lvl1pPr algn="l">
              <a:defRPr sz="1500">
                <a:solidFill>
                  <a:schemeClr val="tx1">
                    <a:tint val="75000"/>
                  </a:schemeClr>
                </a:solidFill>
              </a:defRPr>
            </a:lvl1pPr>
          </a:lstStyle>
          <a:p>
            <a:fld id="{0E5C8E2D-1657-4F9E-9BA7-8881C66FCBC2}" type="datetime1">
              <a:rPr lang="en-US" smtClean="0"/>
              <a:t>3/30/2026</a:t>
            </a:fld>
            <a:endParaRPr lang="en-US"/>
          </a:p>
        </p:txBody>
      </p:sp>
      <p:sp>
        <p:nvSpPr>
          <p:cNvPr id="5" name="Footer Placeholder 4"/>
          <p:cNvSpPr>
            <a:spLocks noGrp="1"/>
          </p:cNvSpPr>
          <p:nvPr>
            <p:ph type="ftr" sz="quarter" idx="3"/>
          </p:nvPr>
        </p:nvSpPr>
        <p:spPr>
          <a:xfrm>
            <a:off x="4373880" y="6780107"/>
            <a:ext cx="4053840" cy="389467"/>
          </a:xfrm>
          <a:prstGeom prst="rect">
            <a:avLst/>
          </a:prstGeom>
        </p:spPr>
        <p:txBody>
          <a:bodyPr vert="horz" lIns="114945" tIns="57473" rIns="114945" bIns="57473" rtlCol="0" anchor="ctr"/>
          <a:lstStyle>
            <a:lvl1pPr algn="ctr">
              <a:defRPr sz="15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174480" y="6780107"/>
            <a:ext cx="2987040" cy="389467"/>
          </a:xfrm>
          <a:prstGeom prst="rect">
            <a:avLst/>
          </a:prstGeom>
        </p:spPr>
        <p:txBody>
          <a:bodyPr vert="horz" lIns="114945" tIns="57473" rIns="114945" bIns="57473" rtlCol="0" anchor="ctr"/>
          <a:lstStyle>
            <a:lvl1pPr algn="r">
              <a:defRPr sz="1500">
                <a:solidFill>
                  <a:schemeClr val="tx1">
                    <a:tint val="75000"/>
                  </a:schemeClr>
                </a:solidFill>
              </a:defRPr>
            </a:lvl1pPr>
          </a:lstStyle>
          <a:p>
            <a:fld id="{C02A2637-A5A3-49FA-B214-6E67543099EF}" type="slidenum">
              <a:rPr lang="en-US" smtClean="0"/>
              <a:t>‹#›</a:t>
            </a:fld>
            <a:endParaRPr lang="en-US"/>
          </a:p>
        </p:txBody>
      </p:sp>
    </p:spTree>
    <p:extLst>
      <p:ext uri="{BB962C8B-B14F-4D97-AF65-F5344CB8AC3E}">
        <p14:creationId xmlns:p14="http://schemas.microsoft.com/office/powerpoint/2010/main" val="641038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1149448" rtl="0" eaLnBrk="1" latinLnBrk="0" hangingPunct="1">
        <a:spcBef>
          <a:spcPct val="0"/>
        </a:spcBef>
        <a:buNone/>
        <a:defRPr sz="5500" kern="1200">
          <a:solidFill>
            <a:schemeClr val="tx1"/>
          </a:solidFill>
          <a:latin typeface="+mj-lt"/>
          <a:ea typeface="+mj-ea"/>
          <a:cs typeface="+mj-cs"/>
        </a:defRPr>
      </a:lvl1pPr>
    </p:titleStyle>
    <p:bodyStyle>
      <a:lvl1pPr marL="431044" indent="-431044" algn="l" defTabSz="1149448" rtl="0" eaLnBrk="1" latinLnBrk="0" hangingPunct="1">
        <a:spcBef>
          <a:spcPct val="20000"/>
        </a:spcBef>
        <a:buFont typeface="Arial" pitchFamily="34" charset="0"/>
        <a:buChar char="•"/>
        <a:defRPr sz="3900" kern="1200">
          <a:solidFill>
            <a:schemeClr val="tx1"/>
          </a:solidFill>
          <a:latin typeface="+mn-lt"/>
          <a:ea typeface="+mn-ea"/>
          <a:cs typeface="+mn-cs"/>
        </a:defRPr>
      </a:lvl1pPr>
      <a:lvl2pPr marL="933926" indent="-359202" algn="l" defTabSz="1149448" rtl="0" eaLnBrk="1" latinLnBrk="0" hangingPunct="1">
        <a:spcBef>
          <a:spcPct val="20000"/>
        </a:spcBef>
        <a:buFont typeface="Arial" pitchFamily="34" charset="0"/>
        <a:buChar char="–"/>
        <a:defRPr sz="3500" kern="1200">
          <a:solidFill>
            <a:schemeClr val="tx1"/>
          </a:solidFill>
          <a:latin typeface="+mn-lt"/>
          <a:ea typeface="+mn-ea"/>
          <a:cs typeface="+mn-cs"/>
        </a:defRPr>
      </a:lvl2pPr>
      <a:lvl3pPr marL="1436810" indent="-287362" algn="l" defTabSz="1149448" rtl="0" eaLnBrk="1" latinLnBrk="0" hangingPunct="1">
        <a:spcBef>
          <a:spcPct val="20000"/>
        </a:spcBef>
        <a:buFont typeface="Arial" pitchFamily="34" charset="0"/>
        <a:buChar char="•"/>
        <a:defRPr sz="3000" kern="1200">
          <a:solidFill>
            <a:schemeClr val="tx1"/>
          </a:solidFill>
          <a:latin typeface="+mn-lt"/>
          <a:ea typeface="+mn-ea"/>
          <a:cs typeface="+mn-cs"/>
        </a:defRPr>
      </a:lvl3pPr>
      <a:lvl4pPr marL="2011534"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4pPr>
      <a:lvl5pPr marL="2586258"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5pPr>
      <a:lvl6pPr marL="3160983"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735707"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310430"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885155"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9pPr>
    </p:bodyStyle>
    <p:otherStyle>
      <a:defPPr>
        <a:defRPr lang="en-US"/>
      </a:defPPr>
      <a:lvl1pPr marL="0" algn="l" defTabSz="1149448" rtl="0" eaLnBrk="1" latinLnBrk="0" hangingPunct="1">
        <a:defRPr sz="2300" kern="1200">
          <a:solidFill>
            <a:schemeClr val="tx1"/>
          </a:solidFill>
          <a:latin typeface="+mn-lt"/>
          <a:ea typeface="+mn-ea"/>
          <a:cs typeface="+mn-cs"/>
        </a:defRPr>
      </a:lvl1pPr>
      <a:lvl2pPr marL="574724" algn="l" defTabSz="1149448" rtl="0" eaLnBrk="1" latinLnBrk="0" hangingPunct="1">
        <a:defRPr sz="2300" kern="1200">
          <a:solidFill>
            <a:schemeClr val="tx1"/>
          </a:solidFill>
          <a:latin typeface="+mn-lt"/>
          <a:ea typeface="+mn-ea"/>
          <a:cs typeface="+mn-cs"/>
        </a:defRPr>
      </a:lvl2pPr>
      <a:lvl3pPr marL="1149448" algn="l" defTabSz="1149448" rtl="0" eaLnBrk="1" latinLnBrk="0" hangingPunct="1">
        <a:defRPr sz="2300" kern="1200">
          <a:solidFill>
            <a:schemeClr val="tx1"/>
          </a:solidFill>
          <a:latin typeface="+mn-lt"/>
          <a:ea typeface="+mn-ea"/>
          <a:cs typeface="+mn-cs"/>
        </a:defRPr>
      </a:lvl3pPr>
      <a:lvl4pPr marL="1724172" algn="l" defTabSz="1149448" rtl="0" eaLnBrk="1" latinLnBrk="0" hangingPunct="1">
        <a:defRPr sz="2300" kern="1200">
          <a:solidFill>
            <a:schemeClr val="tx1"/>
          </a:solidFill>
          <a:latin typeface="+mn-lt"/>
          <a:ea typeface="+mn-ea"/>
          <a:cs typeface="+mn-cs"/>
        </a:defRPr>
      </a:lvl4pPr>
      <a:lvl5pPr marL="2298895" algn="l" defTabSz="1149448" rtl="0" eaLnBrk="1" latinLnBrk="0" hangingPunct="1">
        <a:defRPr sz="2300" kern="1200">
          <a:solidFill>
            <a:schemeClr val="tx1"/>
          </a:solidFill>
          <a:latin typeface="+mn-lt"/>
          <a:ea typeface="+mn-ea"/>
          <a:cs typeface="+mn-cs"/>
        </a:defRPr>
      </a:lvl5pPr>
      <a:lvl6pPr marL="2873621" algn="l" defTabSz="1149448" rtl="0" eaLnBrk="1" latinLnBrk="0" hangingPunct="1">
        <a:defRPr sz="2300" kern="1200">
          <a:solidFill>
            <a:schemeClr val="tx1"/>
          </a:solidFill>
          <a:latin typeface="+mn-lt"/>
          <a:ea typeface="+mn-ea"/>
          <a:cs typeface="+mn-cs"/>
        </a:defRPr>
      </a:lvl6pPr>
      <a:lvl7pPr marL="3448344" algn="l" defTabSz="1149448" rtl="0" eaLnBrk="1" latinLnBrk="0" hangingPunct="1">
        <a:defRPr sz="2300" kern="1200">
          <a:solidFill>
            <a:schemeClr val="tx1"/>
          </a:solidFill>
          <a:latin typeface="+mn-lt"/>
          <a:ea typeface="+mn-ea"/>
          <a:cs typeface="+mn-cs"/>
        </a:defRPr>
      </a:lvl7pPr>
      <a:lvl8pPr marL="4023069" algn="l" defTabSz="1149448" rtl="0" eaLnBrk="1" latinLnBrk="0" hangingPunct="1">
        <a:defRPr sz="2300" kern="1200">
          <a:solidFill>
            <a:schemeClr val="tx1"/>
          </a:solidFill>
          <a:latin typeface="+mn-lt"/>
          <a:ea typeface="+mn-ea"/>
          <a:cs typeface="+mn-cs"/>
        </a:defRPr>
      </a:lvl8pPr>
      <a:lvl9pPr marL="4597793" algn="l" defTabSz="1149448" rtl="0" eaLnBrk="1" latinLnBrk="0" hangingPunct="1">
        <a:defRPr sz="2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801600" cy="1600199"/>
          </a:xfrm>
          <a:solidFill>
            <a:schemeClr val="tx2">
              <a:lumMod val="60000"/>
              <a:lumOff val="40000"/>
            </a:schemeClr>
          </a:solidFill>
        </p:spPr>
        <p:txBody>
          <a:bodyPr>
            <a:noAutofit/>
          </a:bodyPr>
          <a:lstStyle/>
          <a:p>
            <a:r>
              <a:t>Digital Twin–Enabled Framework for Forecasting and Mitigating Fraud with UPI Integration</a:t>
            </a:r>
          </a:p>
        </p:txBody>
      </p:sp>
      <p:sp>
        <p:nvSpPr>
          <p:cNvPr id="3" name="Subtitle 2"/>
          <p:cNvSpPr>
            <a:spLocks noGrp="1"/>
          </p:cNvSpPr>
          <p:nvPr>
            <p:ph type="subTitle" idx="1"/>
          </p:nvPr>
        </p:nvSpPr>
        <p:spPr>
          <a:xfrm>
            <a:off x="2026920" y="3088640"/>
            <a:ext cx="8961120" cy="3982720"/>
          </a:xfrm>
        </p:spPr>
        <p:txBody>
          <a:bodyPr>
            <a:normAutofit fontScale="47500" lnSpcReduction="20000"/>
          </a:bodyPr>
          <a:lstStyle/>
          <a:p>
            <a:r>
              <a:t>M.Tech Project Work Review-II</a:t>
            </a:r>
          </a:p>
          <a:p>
            <a:r>
              <a:t> Presented by</a:t>
            </a:r>
          </a:p>
          <a:p/>
          <a:p>
            <a:r>
              <a:t>SHAMBHU PANDEY (25MCA1020)</a:t>
            </a:r>
          </a:p>
          <a:p>
            <a:r>
              <a:t>Master of Computer Applications (MCA)</a:t>
            </a:r>
          </a:p>
          <a:p/>
          <a:p>
            <a:r>
              <a:t>Under the Guidance of</a:t>
            </a:r>
          </a:p>
          <a:p>
            <a:r>
              <a:t>TAMILRASHI</a:t>
            </a:r>
          </a:p>
          <a:p>
            <a:r>
              <a:t>Professor</a:t>
            </a:r>
          </a:p>
          <a:p>
            <a:r>
              <a:t>School of Computer Science and Engineering</a:t>
            </a:r>
          </a:p>
          <a:p>
            <a:r>
              <a:t>Vellore Institute of Technology, Chennai.</a:t>
            </a:r>
          </a:p>
          <a:p/>
        </p:txBody>
      </p:sp>
      <p:pic>
        <p:nvPicPr>
          <p:cNvPr id="1026" name="Picture 2" descr="VIT Logo">
            <a:extLst>
              <a:ext uri="{FF2B5EF4-FFF2-40B4-BE49-F238E27FC236}">
                <a16:creationId xmlns:a16="http://schemas.microsoft.com/office/drawing/2014/main" id="{3480622C-94EE-8879-D91B-FCEDA7BB9B6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42591" y="1831079"/>
            <a:ext cx="4716417" cy="12896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9843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02A2637-A5A3-49FA-B214-6E67543099EF}" type="slidenum">
              <a:rPr lang="en-US" smtClean="0"/>
              <a:t>2</a:t>
            </a:fld>
            <a:endParaRPr lang="en-US" dirty="0"/>
          </a:p>
        </p:txBody>
      </p:sp>
      <p:sp>
        <p:nvSpPr>
          <p:cNvPr id="14" name="Title 1"/>
          <p:cNvSpPr>
            <a:spLocks noGrp="1"/>
          </p:cNvSpPr>
          <p:nvPr>
            <p:ph type="title"/>
          </p:nvPr>
        </p:nvSpPr>
        <p:spPr>
          <a:xfrm>
            <a:off x="0" y="0"/>
            <a:ext cx="12801600" cy="1512146"/>
          </a:xfrm>
          <a:solidFill>
            <a:schemeClr val="tx2">
              <a:lumMod val="60000"/>
              <a:lumOff val="40000"/>
            </a:schemeClr>
          </a:solidFill>
        </p:spPr>
        <p:txBody>
          <a:bodyPr/>
          <a:lstStyle/>
          <a:p>
            <a:r>
              <a:rPr lang="en-US" sz="3700" b="1" dirty="0">
                <a:solidFill>
                  <a:schemeClr val="bg1"/>
                </a:solidFill>
                <a:latin typeface="Times New Roman" pitchFamily="18" charset="0"/>
                <a:cs typeface="Times New Roman" pitchFamily="18" charset="0"/>
              </a:rPr>
              <a:t>CONTENTS</a:t>
            </a:r>
          </a:p>
        </p:txBody>
      </p:sp>
      <p:sp>
        <p:nvSpPr>
          <p:cNvPr id="5" name="Content Placeholder 2"/>
          <p:cNvSpPr txBox="1">
            <a:spLocks/>
          </p:cNvSpPr>
          <p:nvPr/>
        </p:nvSpPr>
        <p:spPr>
          <a:xfrm>
            <a:off x="640080" y="1706880"/>
            <a:ext cx="11521440" cy="4827694"/>
          </a:xfrm>
          <a:prstGeom prst="rect">
            <a:avLst/>
          </a:prstGeom>
        </p:spPr>
        <p:txBody>
          <a:bodyPr vert="horz" lIns="114945" tIns="57473" rIns="114945" bIns="57473" rtlCol="0">
            <a:normAutofit fontScale="85000" lnSpcReduction="20000"/>
          </a:bodyPr>
          <a:lstStyle>
            <a:lvl1pPr marL="431044" indent="-431044" algn="l" defTabSz="1149448" rtl="0" eaLnBrk="1" latinLnBrk="0" hangingPunct="1">
              <a:spcBef>
                <a:spcPct val="20000"/>
              </a:spcBef>
              <a:buFont typeface="Arial" pitchFamily="34" charset="0"/>
              <a:buChar char="•"/>
              <a:defRPr sz="3900" kern="1200">
                <a:solidFill>
                  <a:schemeClr val="tx1"/>
                </a:solidFill>
                <a:latin typeface="+mn-lt"/>
                <a:ea typeface="+mn-ea"/>
                <a:cs typeface="+mn-cs"/>
              </a:defRPr>
            </a:lvl1pPr>
            <a:lvl2pPr marL="933926" indent="-359202" algn="l" defTabSz="1149448" rtl="0" eaLnBrk="1" latinLnBrk="0" hangingPunct="1">
              <a:spcBef>
                <a:spcPct val="20000"/>
              </a:spcBef>
              <a:buFont typeface="Arial" pitchFamily="34" charset="0"/>
              <a:buChar char="–"/>
              <a:defRPr sz="3500" kern="1200">
                <a:solidFill>
                  <a:schemeClr val="tx1"/>
                </a:solidFill>
                <a:latin typeface="+mn-lt"/>
                <a:ea typeface="+mn-ea"/>
                <a:cs typeface="+mn-cs"/>
              </a:defRPr>
            </a:lvl2pPr>
            <a:lvl3pPr marL="1436810" indent="-287362" algn="l" defTabSz="1149448" rtl="0" eaLnBrk="1" latinLnBrk="0" hangingPunct="1">
              <a:spcBef>
                <a:spcPct val="20000"/>
              </a:spcBef>
              <a:buFont typeface="Arial" pitchFamily="34" charset="0"/>
              <a:buChar char="•"/>
              <a:defRPr sz="3000" kern="1200">
                <a:solidFill>
                  <a:schemeClr val="tx1"/>
                </a:solidFill>
                <a:latin typeface="+mn-lt"/>
                <a:ea typeface="+mn-ea"/>
                <a:cs typeface="+mn-cs"/>
              </a:defRPr>
            </a:lvl3pPr>
            <a:lvl4pPr marL="2011534"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4pPr>
            <a:lvl5pPr marL="2586258"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5pPr>
            <a:lvl6pPr marL="3160983"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735707"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310430"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885155"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9pPr>
          </a:lstStyle>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ABSTRACT</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INTRODUCTION</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LITERATURE SURVEY</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RESEARCH GAPS </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OBJECTIVES</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MODULE IDENTIFICATION</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SYSTEM ARCHITECTURE</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DEVELOPMENT &amp; INTEGRATION</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PROTOTYPE / RESEARCH FRAMEWORK</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OUTCOME</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RESULTS</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TIMELINE / GANTT CHART</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490154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r>
              <a:rPr lang="en-US" sz="3700" b="1" dirty="0">
                <a:solidFill>
                  <a:schemeClr val="bg1"/>
                </a:solidFill>
                <a:latin typeface="Times New Roman" pitchFamily="18" charset="0"/>
                <a:cs typeface="Times New Roman" pitchFamily="18" charset="0"/>
              </a:rPr>
              <a:t>1.ABSTRACT</a:t>
            </a:r>
          </a:p>
        </p:txBody>
      </p:sp>
      <p:sp>
        <p:nvSpPr>
          <p:cNvPr id="3" name="Content Placeholder 2"/>
          <p:cNvSpPr>
            <a:spLocks noGrp="1"/>
          </p:cNvSpPr>
          <p:nvPr>
            <p:ph idx="1"/>
          </p:nvPr>
        </p:nvSpPr>
        <p:spPr>
          <a:xfrm>
            <a:off x="457200" y="1706880"/>
            <a:ext cx="11704320" cy="4827694"/>
          </a:xfrm>
        </p:spPr>
        <p:txBody>
          <a:bodyPr>
            <a:normAutofit/>
          </a:bodyPr>
          <a:lstStyle/>
          <a:p>
            <a:r>
              <a:t>This project develops a production-ready fraud detection system with high accuracy (XGBoost ~99%). It integrates Digital Twin technology to simulate various attack vectors like SIM swaps and credential compromise. The system provides explainable AI (XAI) using SHAP and LIME, ensuring transparency for every fraud prediction. Designed for the UPI ecosystem, it offers real-time monitoring and proactive mitigation features.</a:t>
            </a:r>
          </a:p>
        </p:txBody>
      </p:sp>
      <p:sp>
        <p:nvSpPr>
          <p:cNvPr id="4" name="Slide Number Placeholder 3"/>
          <p:cNvSpPr>
            <a:spLocks noGrp="1"/>
          </p:cNvSpPr>
          <p:nvPr>
            <p:ph type="sldNum" sz="quarter" idx="12"/>
          </p:nvPr>
        </p:nvSpPr>
        <p:spPr/>
        <p:txBody>
          <a:bodyPr/>
          <a:lstStyle/>
          <a:p>
            <a:fld id="{C02A2637-A5A3-49FA-B214-6E67543099EF}" type="slidenum">
              <a:rPr lang="en-US" smtClean="0"/>
              <a:t>3</a:t>
            </a:fld>
            <a:endParaRPr lang="en-US"/>
          </a:p>
        </p:txBody>
      </p:sp>
    </p:spTree>
    <p:extLst>
      <p:ext uri="{BB962C8B-B14F-4D97-AF65-F5344CB8AC3E}">
        <p14:creationId xmlns:p14="http://schemas.microsoft.com/office/powerpoint/2010/main" val="735943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r>
              <a:rPr lang="en-US" sz="3900" b="1" dirty="0">
                <a:solidFill>
                  <a:schemeClr val="bg1"/>
                </a:solidFill>
                <a:latin typeface="Times New Roman" pitchFamily="18" charset="0"/>
                <a:cs typeface="Times New Roman" pitchFamily="18" charset="0"/>
              </a:rPr>
              <a:t>2. INTRODUCTION</a:t>
            </a:r>
          </a:p>
        </p:txBody>
      </p:sp>
      <p:sp>
        <p:nvSpPr>
          <p:cNvPr id="3" name="Content Placeholder 2"/>
          <p:cNvSpPr>
            <a:spLocks noGrp="1"/>
          </p:cNvSpPr>
          <p:nvPr>
            <p:ph idx="1"/>
          </p:nvPr>
        </p:nvSpPr>
        <p:spPr/>
        <p:txBody>
          <a:bodyPr>
            <a:normAutofit/>
          </a:bodyPr>
          <a:lstStyle/>
          <a:p>
            <a:r>
              <a:t>Modern digital payments, specifically UPI, face increasing sophistication in fraudulent activities. Traditional detection systems often fail to provide explainability or proactive simulation. Motivation: To build a robust framework that not only detects fraud with high precision but also allows security analysts to forecast potential attacks using Digital Twin simulations and understand model decisions via Explainable AI.</a:t>
            </a:r>
          </a:p>
        </p:txBody>
      </p:sp>
      <p:sp>
        <p:nvSpPr>
          <p:cNvPr id="4" name="Slide Number Placeholder 3"/>
          <p:cNvSpPr>
            <a:spLocks noGrp="1"/>
          </p:cNvSpPr>
          <p:nvPr>
            <p:ph type="sldNum" sz="quarter" idx="12"/>
          </p:nvPr>
        </p:nvSpPr>
        <p:spPr/>
        <p:txBody>
          <a:bodyPr/>
          <a:lstStyle/>
          <a:p>
            <a:fld id="{C02A2637-A5A3-49FA-B214-6E67543099EF}" type="slidenum">
              <a:rPr lang="en-US" smtClean="0"/>
              <a:t>4</a:t>
            </a:fld>
            <a:endParaRPr lang="en-US"/>
          </a:p>
        </p:txBody>
      </p:sp>
    </p:spTree>
    <p:extLst>
      <p:ext uri="{BB962C8B-B14F-4D97-AF65-F5344CB8AC3E}">
        <p14:creationId xmlns:p14="http://schemas.microsoft.com/office/powerpoint/2010/main" val="2973974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r>
              <a:rPr lang="en-US" sz="3700" b="1" dirty="0">
                <a:solidFill>
                  <a:schemeClr val="bg1"/>
                </a:solidFill>
                <a:latin typeface="Times New Roman" pitchFamily="18" charset="0"/>
                <a:cs typeface="Times New Roman" pitchFamily="18" charset="0"/>
              </a:rPr>
              <a:t>3.LITERATURE SURVEY</a:t>
            </a:r>
          </a:p>
        </p:txBody>
      </p:sp>
      <p:graphicFrame>
        <p:nvGraphicFramePr>
          <p:cNvPr id="5" name="Content Placeholder 5"/>
          <p:cNvGraphicFramePr>
            <a:graphicFrameLocks/>
          </p:cNvGraphicFramePr>
          <p:nvPr>
            <p:extLst>
              <p:ext uri="{D42A27DB-BD31-4B8C-83A1-F6EECF244321}">
                <p14:modId xmlns:p14="http://schemas.microsoft.com/office/powerpoint/2010/main" val="2258538444"/>
              </p:ext>
            </p:extLst>
          </p:nvPr>
        </p:nvGraphicFramePr>
        <p:xfrm>
          <a:off x="685799" y="1669892"/>
          <a:ext cx="11475720" cy="4322477"/>
        </p:xfrm>
        <a:graphic>
          <a:graphicData uri="http://schemas.openxmlformats.org/drawingml/2006/table">
            <a:tbl>
              <a:tblPr firstRow="1" firstCol="1" bandRow="1">
                <a:tableStyleId>{BC89EF96-8CEA-46FF-86C4-4CE0E7609802}</a:tableStyleId>
              </a:tblPr>
              <a:tblGrid>
                <a:gridCol w="702131">
                  <a:extLst>
                    <a:ext uri="{9D8B030D-6E8A-4147-A177-3AD203B41FA5}">
                      <a16:colId xmlns:a16="http://schemas.microsoft.com/office/drawing/2014/main" val="20000"/>
                    </a:ext>
                  </a:extLst>
                </a:gridCol>
                <a:gridCol w="2543764">
                  <a:extLst>
                    <a:ext uri="{9D8B030D-6E8A-4147-A177-3AD203B41FA5}">
                      <a16:colId xmlns:a16="http://schemas.microsoft.com/office/drawing/2014/main" val="20001"/>
                    </a:ext>
                  </a:extLst>
                </a:gridCol>
                <a:gridCol w="2917847">
                  <a:extLst>
                    <a:ext uri="{9D8B030D-6E8A-4147-A177-3AD203B41FA5}">
                      <a16:colId xmlns:a16="http://schemas.microsoft.com/office/drawing/2014/main" val="20002"/>
                    </a:ext>
                  </a:extLst>
                </a:gridCol>
                <a:gridCol w="2843030">
                  <a:extLst>
                    <a:ext uri="{9D8B030D-6E8A-4147-A177-3AD203B41FA5}">
                      <a16:colId xmlns:a16="http://schemas.microsoft.com/office/drawing/2014/main" val="1023101934"/>
                    </a:ext>
                  </a:extLst>
                </a:gridCol>
                <a:gridCol w="2468948">
                  <a:extLst>
                    <a:ext uri="{9D8B030D-6E8A-4147-A177-3AD203B41FA5}">
                      <a16:colId xmlns:a16="http://schemas.microsoft.com/office/drawing/2014/main" val="548304626"/>
                    </a:ext>
                  </a:extLst>
                </a:gridCol>
              </a:tblGrid>
              <a:tr h="396651">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S.No</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Article  Title </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Techniques Used</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Key Findings</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Limitations</a:t>
                      </a:r>
                    </a:p>
                  </a:txBody>
                  <a:tcPr marL="67838" marR="67838" marT="0" marB="0"/>
                </a:tc>
                <a:extLst>
                  <a:ext uri="{0D108BD9-81ED-4DB2-BD59-A6C34878D82A}">
                    <a16:rowId xmlns:a16="http://schemas.microsoft.com/office/drawing/2014/main" val="10000"/>
                  </a:ext>
                </a:extLst>
              </a:tr>
              <a:tr h="1121664">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1</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extLst>
                  <a:ext uri="{0D108BD9-81ED-4DB2-BD59-A6C34878D82A}">
                    <a16:rowId xmlns:a16="http://schemas.microsoft.com/office/drawing/2014/main" val="10001"/>
                  </a:ext>
                </a:extLst>
              </a:tr>
              <a:tr h="841249">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2</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tc>
                <a:extLst>
                  <a:ext uri="{0D108BD9-81ED-4DB2-BD59-A6C34878D82A}">
                    <a16:rowId xmlns:a16="http://schemas.microsoft.com/office/drawing/2014/main" val="10002"/>
                  </a:ext>
                </a:extLst>
              </a:tr>
              <a:tr h="841249">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3</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extLst>
                  <a:ext uri="{0D108BD9-81ED-4DB2-BD59-A6C34878D82A}">
                    <a16:rowId xmlns:a16="http://schemas.microsoft.com/office/drawing/2014/main" val="10003"/>
                  </a:ext>
                </a:extLst>
              </a:tr>
              <a:tr h="1121664">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4</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fld id="{C02A2637-A5A3-49FA-B214-6E67543099EF}" type="slidenum">
              <a:rPr lang="en-US" smtClean="0"/>
              <a:t>5</a:t>
            </a:fld>
            <a:endParaRPr lang="en-US"/>
          </a:p>
        </p:txBody>
      </p:sp>
      <p:sp>
        <p:nvSpPr>
          <p:cNvPr id="6" name="TextBox 5"/>
          <p:cNvSpPr txBox="1"/>
          <p:nvPr/>
        </p:nvSpPr>
        <p:spPr>
          <a:xfrm>
            <a:off x="914400" y="1371600"/>
            <a:ext cx="7315200" cy="3657600"/>
          </a:xfrm>
          <a:prstGeom prst="rect">
            <a:avLst/>
          </a:prstGeom>
          <a:noFill/>
        </p:spPr>
        <p:txBody>
          <a:bodyPr wrap="none">
            <a:spAutoFit/>
          </a:bodyPr>
          <a:lstStyle/>
          <a:p>
            <a:r>
              <a:t>1. López-Rojas et al. (2016): Synthesized PaySim dataset for mobile money fraud research.</a:t>
            </a:r>
          </a:p>
          <a:p/>
          <a:p>
            <a:r>
              <a:t>2. Lundberg &amp; Lee (2017): Implementation of SHAP values for model interpretability.</a:t>
            </a:r>
            <a:br/>
          </a:p>
          <a:p>
            <a:r>
              <a:t>3. Grieves (2014): Concept of Digital Twins for real-time monitoring and simulation.</a:t>
            </a:r>
          </a:p>
        </p:txBody>
      </p:sp>
    </p:spTree>
    <p:extLst>
      <p:ext uri="{BB962C8B-B14F-4D97-AF65-F5344CB8AC3E}">
        <p14:creationId xmlns:p14="http://schemas.microsoft.com/office/powerpoint/2010/main" val="3095478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r>
              <a:rPr lang="en-US" sz="3700" b="1" dirty="0">
                <a:solidFill>
                  <a:schemeClr val="bg1"/>
                </a:solidFill>
                <a:latin typeface="Times New Roman" pitchFamily="18" charset="0"/>
                <a:cs typeface="Times New Roman" pitchFamily="18" charset="0"/>
              </a:rPr>
              <a:t>LITERATURE SURVEY (CONTD..,)</a:t>
            </a:r>
          </a:p>
        </p:txBody>
      </p:sp>
      <p:sp>
        <p:nvSpPr>
          <p:cNvPr id="5" name="Slide Number Placeholder 4"/>
          <p:cNvSpPr>
            <a:spLocks noGrp="1"/>
          </p:cNvSpPr>
          <p:nvPr>
            <p:ph type="sldNum" sz="quarter" idx="12"/>
          </p:nvPr>
        </p:nvSpPr>
        <p:spPr/>
        <p:txBody>
          <a:bodyPr/>
          <a:lstStyle/>
          <a:p>
            <a:fld id="{C02A2637-A5A3-49FA-B214-6E67543099EF}" type="slidenum">
              <a:rPr lang="en-US" smtClean="0"/>
              <a:t>6</a:t>
            </a:fld>
            <a:endParaRPr lang="en-US"/>
          </a:p>
        </p:txBody>
      </p:sp>
      <p:graphicFrame>
        <p:nvGraphicFramePr>
          <p:cNvPr id="9" name="Content Placeholder 5"/>
          <p:cNvGraphicFramePr>
            <a:graphicFrameLocks/>
          </p:cNvGraphicFramePr>
          <p:nvPr>
            <p:extLst>
              <p:ext uri="{D42A27DB-BD31-4B8C-83A1-F6EECF244321}">
                <p14:modId xmlns:p14="http://schemas.microsoft.com/office/powerpoint/2010/main" val="4020043257"/>
              </p:ext>
            </p:extLst>
          </p:nvPr>
        </p:nvGraphicFramePr>
        <p:xfrm>
          <a:off x="685799" y="1669892"/>
          <a:ext cx="11475720" cy="4322477"/>
        </p:xfrm>
        <a:graphic>
          <a:graphicData uri="http://schemas.openxmlformats.org/drawingml/2006/table">
            <a:tbl>
              <a:tblPr firstRow="1" firstCol="1" bandRow="1">
                <a:tableStyleId>{BC89EF96-8CEA-46FF-86C4-4CE0E7609802}</a:tableStyleId>
              </a:tblPr>
              <a:tblGrid>
                <a:gridCol w="702131">
                  <a:extLst>
                    <a:ext uri="{9D8B030D-6E8A-4147-A177-3AD203B41FA5}">
                      <a16:colId xmlns:a16="http://schemas.microsoft.com/office/drawing/2014/main" val="20000"/>
                    </a:ext>
                  </a:extLst>
                </a:gridCol>
                <a:gridCol w="2543764">
                  <a:extLst>
                    <a:ext uri="{9D8B030D-6E8A-4147-A177-3AD203B41FA5}">
                      <a16:colId xmlns:a16="http://schemas.microsoft.com/office/drawing/2014/main" val="20001"/>
                    </a:ext>
                  </a:extLst>
                </a:gridCol>
                <a:gridCol w="2917847">
                  <a:extLst>
                    <a:ext uri="{9D8B030D-6E8A-4147-A177-3AD203B41FA5}">
                      <a16:colId xmlns:a16="http://schemas.microsoft.com/office/drawing/2014/main" val="20002"/>
                    </a:ext>
                  </a:extLst>
                </a:gridCol>
                <a:gridCol w="2843030">
                  <a:extLst>
                    <a:ext uri="{9D8B030D-6E8A-4147-A177-3AD203B41FA5}">
                      <a16:colId xmlns:a16="http://schemas.microsoft.com/office/drawing/2014/main" val="1023101934"/>
                    </a:ext>
                  </a:extLst>
                </a:gridCol>
                <a:gridCol w="2468948">
                  <a:extLst>
                    <a:ext uri="{9D8B030D-6E8A-4147-A177-3AD203B41FA5}">
                      <a16:colId xmlns:a16="http://schemas.microsoft.com/office/drawing/2014/main" val="548304626"/>
                    </a:ext>
                  </a:extLst>
                </a:gridCol>
              </a:tblGrid>
              <a:tr h="396651">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S.No</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Article  Title </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Techniques Used</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Key Findings</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Limitations</a:t>
                      </a:r>
                    </a:p>
                  </a:txBody>
                  <a:tcPr marL="67838" marR="67838" marT="0" marB="0"/>
                </a:tc>
                <a:extLst>
                  <a:ext uri="{0D108BD9-81ED-4DB2-BD59-A6C34878D82A}">
                    <a16:rowId xmlns:a16="http://schemas.microsoft.com/office/drawing/2014/main" val="10000"/>
                  </a:ext>
                </a:extLst>
              </a:tr>
              <a:tr h="1121664">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5</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extLst>
                  <a:ext uri="{0D108BD9-81ED-4DB2-BD59-A6C34878D82A}">
                    <a16:rowId xmlns:a16="http://schemas.microsoft.com/office/drawing/2014/main" val="10001"/>
                  </a:ext>
                </a:extLst>
              </a:tr>
              <a:tr h="841249">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6</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tc>
                <a:extLst>
                  <a:ext uri="{0D108BD9-81ED-4DB2-BD59-A6C34878D82A}">
                    <a16:rowId xmlns:a16="http://schemas.microsoft.com/office/drawing/2014/main" val="10002"/>
                  </a:ext>
                </a:extLst>
              </a:tr>
              <a:tr h="841249">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7</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extLst>
                  <a:ext uri="{0D108BD9-81ED-4DB2-BD59-A6C34878D82A}">
                    <a16:rowId xmlns:a16="http://schemas.microsoft.com/office/drawing/2014/main" val="10003"/>
                  </a:ext>
                </a:extLst>
              </a:tr>
              <a:tr h="1121664">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8</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51666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vert="horz" lIns="114945" tIns="57473" rIns="114945" bIns="57473" rtlCol="0" anchor="ctr">
            <a:normAutofit/>
          </a:bodyPr>
          <a:lstStyle/>
          <a:p>
            <a:r>
              <a:rPr lang="en-US" sz="3700" b="1" dirty="0">
                <a:solidFill>
                  <a:schemeClr val="bg1"/>
                </a:solidFill>
                <a:latin typeface="Times New Roman" pitchFamily="18" charset="0"/>
                <a:cs typeface="Times New Roman" pitchFamily="18" charset="0"/>
              </a:rPr>
              <a:t>LITERATURE SURVEY (CONTD..,)</a:t>
            </a:r>
            <a:endParaRPr lang="en-GB" sz="3700" b="1" dirty="0">
              <a:solidFill>
                <a:schemeClr val="bg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C02A2637-A5A3-49FA-B214-6E67543099EF}" type="slidenum">
              <a:rPr lang="en-US" smtClean="0"/>
              <a:t>7</a:t>
            </a:fld>
            <a:endParaRPr lang="en-US"/>
          </a:p>
        </p:txBody>
      </p:sp>
      <p:graphicFrame>
        <p:nvGraphicFramePr>
          <p:cNvPr id="5" name="Content Placeholder 5"/>
          <p:cNvGraphicFramePr>
            <a:graphicFrameLocks/>
          </p:cNvGraphicFramePr>
          <p:nvPr>
            <p:extLst>
              <p:ext uri="{D42A27DB-BD31-4B8C-83A1-F6EECF244321}">
                <p14:modId xmlns:p14="http://schemas.microsoft.com/office/powerpoint/2010/main" val="373940012"/>
              </p:ext>
            </p:extLst>
          </p:nvPr>
        </p:nvGraphicFramePr>
        <p:xfrm>
          <a:off x="685799" y="1669892"/>
          <a:ext cx="11475720" cy="2359564"/>
        </p:xfrm>
        <a:graphic>
          <a:graphicData uri="http://schemas.openxmlformats.org/drawingml/2006/table">
            <a:tbl>
              <a:tblPr firstRow="1" firstCol="1" bandRow="1">
                <a:tableStyleId>{BC89EF96-8CEA-46FF-86C4-4CE0E7609802}</a:tableStyleId>
              </a:tblPr>
              <a:tblGrid>
                <a:gridCol w="702131">
                  <a:extLst>
                    <a:ext uri="{9D8B030D-6E8A-4147-A177-3AD203B41FA5}">
                      <a16:colId xmlns:a16="http://schemas.microsoft.com/office/drawing/2014/main" val="20000"/>
                    </a:ext>
                  </a:extLst>
                </a:gridCol>
                <a:gridCol w="2543764">
                  <a:extLst>
                    <a:ext uri="{9D8B030D-6E8A-4147-A177-3AD203B41FA5}">
                      <a16:colId xmlns:a16="http://schemas.microsoft.com/office/drawing/2014/main" val="20001"/>
                    </a:ext>
                  </a:extLst>
                </a:gridCol>
                <a:gridCol w="2917847">
                  <a:extLst>
                    <a:ext uri="{9D8B030D-6E8A-4147-A177-3AD203B41FA5}">
                      <a16:colId xmlns:a16="http://schemas.microsoft.com/office/drawing/2014/main" val="20002"/>
                    </a:ext>
                  </a:extLst>
                </a:gridCol>
                <a:gridCol w="2843030">
                  <a:extLst>
                    <a:ext uri="{9D8B030D-6E8A-4147-A177-3AD203B41FA5}">
                      <a16:colId xmlns:a16="http://schemas.microsoft.com/office/drawing/2014/main" val="1023101934"/>
                    </a:ext>
                  </a:extLst>
                </a:gridCol>
                <a:gridCol w="2468948">
                  <a:extLst>
                    <a:ext uri="{9D8B030D-6E8A-4147-A177-3AD203B41FA5}">
                      <a16:colId xmlns:a16="http://schemas.microsoft.com/office/drawing/2014/main" val="548304626"/>
                    </a:ext>
                  </a:extLst>
                </a:gridCol>
              </a:tblGrid>
              <a:tr h="396651">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S.No</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Article  Title </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Techniques Used</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Key Findings</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Limitations</a:t>
                      </a:r>
                    </a:p>
                  </a:txBody>
                  <a:tcPr marL="67838" marR="67838" marT="0" marB="0"/>
                </a:tc>
                <a:extLst>
                  <a:ext uri="{0D108BD9-81ED-4DB2-BD59-A6C34878D82A}">
                    <a16:rowId xmlns:a16="http://schemas.microsoft.com/office/drawing/2014/main" val="10000"/>
                  </a:ext>
                </a:extLst>
              </a:tr>
              <a:tr h="1121664">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9</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extLst>
                  <a:ext uri="{0D108BD9-81ED-4DB2-BD59-A6C34878D82A}">
                    <a16:rowId xmlns:a16="http://schemas.microsoft.com/office/drawing/2014/main" val="10001"/>
                  </a:ext>
                </a:extLst>
              </a:tr>
              <a:tr h="841249">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10</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endParaRPr lang="en-US" sz="1600" dirty="0">
                        <a:effectLst/>
                        <a:latin typeface="Times New Roman" pitchFamily="18" charset="0"/>
                        <a:ea typeface="Calibri"/>
                        <a:cs typeface="Times New Roman" pitchFamily="18" charset="0"/>
                      </a:endParaRPr>
                    </a:p>
                  </a:txBody>
                  <a:tcPr marL="67838" marR="67838"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45243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24EBC-07D1-5582-ECAD-FB015F64BD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93089C-2484-51E9-0A89-B13831434514}"/>
              </a:ext>
            </a:extLst>
          </p:cNvPr>
          <p:cNvSpPr>
            <a:spLocks noGrp="1"/>
          </p:cNvSpPr>
          <p:nvPr>
            <p:ph type="title"/>
          </p:nvPr>
        </p:nvSpPr>
        <p:spPr>
          <a:xfrm>
            <a:off x="0" y="0"/>
            <a:ext cx="12801600" cy="1512146"/>
          </a:xfrm>
          <a:solidFill>
            <a:schemeClr val="tx2">
              <a:lumMod val="60000"/>
              <a:lumOff val="40000"/>
            </a:schemeClr>
          </a:solidFill>
        </p:spPr>
        <p:txBody>
          <a:bodyPr vert="horz" lIns="114945" tIns="57473" rIns="114945" bIns="57473" rtlCol="0" anchor="ctr">
            <a:normAutofit/>
          </a:bodyPr>
          <a:lstStyle/>
          <a:p>
            <a:r>
              <a:rPr lang="en-US" sz="3700" b="1" dirty="0">
                <a:solidFill>
                  <a:schemeClr val="bg1"/>
                </a:solidFill>
                <a:latin typeface="Times New Roman" pitchFamily="18" charset="0"/>
                <a:cs typeface="Times New Roman" pitchFamily="18" charset="0"/>
              </a:rPr>
              <a:t>4. RESEARCH GAPS</a:t>
            </a:r>
            <a:endParaRPr lang="en-GB" sz="3700" b="1" dirty="0">
              <a:solidFill>
                <a:schemeClr val="bg1"/>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A9E1DF2F-2EFC-F28C-9A44-F9337C42CAAA}"/>
              </a:ext>
            </a:extLst>
          </p:cNvPr>
          <p:cNvSpPr>
            <a:spLocks noGrp="1"/>
          </p:cNvSpPr>
          <p:nvPr>
            <p:ph type="sldNum" sz="quarter" idx="12"/>
          </p:nvPr>
        </p:nvSpPr>
        <p:spPr/>
        <p:txBody>
          <a:bodyPr/>
          <a:lstStyle/>
          <a:p>
            <a:fld id="{C02A2637-A5A3-49FA-B214-6E67543099EF}" type="slidenum">
              <a:rPr lang="en-US" smtClean="0"/>
              <a:t>8</a:t>
            </a:fld>
            <a:endParaRPr lang="en-US"/>
          </a:p>
        </p:txBody>
      </p:sp>
      <p:sp>
        <p:nvSpPr>
          <p:cNvPr id="5" name="TextBox 4"/>
          <p:cNvSpPr txBox="1"/>
          <p:nvPr/>
        </p:nvSpPr>
        <p:spPr>
          <a:xfrm>
            <a:off x="914400" y="1371600"/>
            <a:ext cx="7315200" cy="3657600"/>
          </a:xfrm>
          <a:prstGeom prst="rect">
            <a:avLst/>
          </a:prstGeom>
          <a:noFill/>
        </p:spPr>
        <p:txBody>
          <a:bodyPr wrap="none">
            <a:spAutoFit/>
          </a:bodyPr>
          <a:lstStyle/>
          <a:p>
            <a:r>
              <a:t>• Lack of explainability in 'Black Box' fraud detection models.</a:t>
            </a:r>
          </a:p>
          <a:p/>
          <a:p>
            <a:r>
              <a:t>• Static protection systems lack the ability to simulate and forecast new attack vectors.</a:t>
            </a:r>
            <a:br/>
          </a:p>
          <a:p>
            <a:r>
              <a:t>• High false positive rates in traditional rule-based UPI filters.</a:t>
            </a:r>
          </a:p>
        </p:txBody>
      </p:sp>
    </p:spTree>
    <p:extLst>
      <p:ext uri="{BB962C8B-B14F-4D97-AF65-F5344CB8AC3E}">
        <p14:creationId xmlns:p14="http://schemas.microsoft.com/office/powerpoint/2010/main" val="4241540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266A5-DEC6-423E-4642-6DAA46905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C9D02-AB68-99CB-182A-0A2671D6BD83}"/>
              </a:ext>
            </a:extLst>
          </p:cNvPr>
          <p:cNvSpPr>
            <a:spLocks noGrp="1"/>
          </p:cNvSpPr>
          <p:nvPr>
            <p:ph type="title"/>
          </p:nvPr>
        </p:nvSpPr>
        <p:spPr>
          <a:xfrm>
            <a:off x="0" y="0"/>
            <a:ext cx="12801600" cy="1512146"/>
          </a:xfrm>
          <a:solidFill>
            <a:schemeClr val="tx2">
              <a:lumMod val="60000"/>
              <a:lumOff val="40000"/>
            </a:schemeClr>
          </a:solidFill>
        </p:spPr>
        <p:txBody>
          <a:bodyPr vert="horz" lIns="114945" tIns="57473" rIns="114945" bIns="57473" rtlCol="0" anchor="ctr">
            <a:normAutofit/>
          </a:bodyPr>
          <a:lstStyle/>
          <a:p>
            <a:r>
              <a:rPr lang="en-GB" sz="3700" b="1" dirty="0">
                <a:solidFill>
                  <a:schemeClr val="bg1"/>
                </a:solidFill>
                <a:latin typeface="Times New Roman" pitchFamily="18" charset="0"/>
                <a:cs typeface="Times New Roman" pitchFamily="18" charset="0"/>
              </a:rPr>
              <a:t>5. OBJECTIVES</a:t>
            </a:r>
          </a:p>
        </p:txBody>
      </p:sp>
      <p:sp>
        <p:nvSpPr>
          <p:cNvPr id="4" name="Slide Number Placeholder 3">
            <a:extLst>
              <a:ext uri="{FF2B5EF4-FFF2-40B4-BE49-F238E27FC236}">
                <a16:creationId xmlns:a16="http://schemas.microsoft.com/office/drawing/2014/main" id="{0EDA4E0E-51B9-057E-EB16-03F0967919ED}"/>
              </a:ext>
            </a:extLst>
          </p:cNvPr>
          <p:cNvSpPr>
            <a:spLocks noGrp="1"/>
          </p:cNvSpPr>
          <p:nvPr>
            <p:ph type="sldNum" sz="quarter" idx="12"/>
          </p:nvPr>
        </p:nvSpPr>
        <p:spPr/>
        <p:txBody>
          <a:bodyPr/>
          <a:lstStyle/>
          <a:p>
            <a:fld id="{C02A2637-A5A3-49FA-B214-6E67543099EF}" type="slidenum">
              <a:rPr lang="en-US" smtClean="0"/>
              <a:t>9</a:t>
            </a:fld>
            <a:endParaRPr lang="en-US"/>
          </a:p>
        </p:txBody>
      </p:sp>
      <p:sp>
        <p:nvSpPr>
          <p:cNvPr id="5" name="TextBox 4"/>
          <p:cNvSpPr txBox="1"/>
          <p:nvPr/>
        </p:nvSpPr>
        <p:spPr>
          <a:xfrm>
            <a:off x="914400" y="1371600"/>
            <a:ext cx="7315200" cy="3657600"/>
          </a:xfrm>
          <a:prstGeom prst="rect">
            <a:avLst/>
          </a:prstGeom>
          <a:noFill/>
        </p:spPr>
        <p:txBody>
          <a:bodyPr wrap="none">
            <a:spAutoFit/>
          </a:bodyPr>
          <a:lstStyle/>
          <a:p>
            <a:r>
              <a:t>1. Develop a multi-model ML pipeline (XGBoost, RF, Autoencoder).</a:t>
            </a:r>
          </a:p>
          <a:p/>
          <a:p>
            <a:r>
              <a:t>2. Integrate Digital Twin for real-time attack scenario forecasting.</a:t>
            </a:r>
            <a:br/>
          </a:p>
          <a:p>
            <a:r>
              <a:t>3. Implement SHAP/LIME for individual prediction explanations.</a:t>
            </a:r>
            <a:br/>
          </a:p>
          <a:p>
            <a:r>
              <a:t>4. Deploy an interactive Streamlit-based management dashboard.</a:t>
            </a:r>
          </a:p>
        </p:txBody>
      </p:sp>
    </p:spTree>
    <p:extLst>
      <p:ext uri="{BB962C8B-B14F-4D97-AF65-F5344CB8AC3E}">
        <p14:creationId xmlns:p14="http://schemas.microsoft.com/office/powerpoint/2010/main" val="786986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r>
              <a:rPr lang="en-US" sz="3700" b="1" dirty="0">
                <a:solidFill>
                  <a:schemeClr val="bg1"/>
                </a:solidFill>
                <a:latin typeface="Times New Roman" pitchFamily="18" charset="0"/>
                <a:cs typeface="Times New Roman" pitchFamily="18" charset="0"/>
              </a:rPr>
              <a:t>6. MODULE IDENTIFICATION</a:t>
            </a:r>
          </a:p>
        </p:txBody>
      </p:sp>
      <p:sp>
        <p:nvSpPr>
          <p:cNvPr id="3" name="Content Placeholder 2"/>
          <p:cNvSpPr>
            <a:spLocks noGrp="1"/>
          </p:cNvSpPr>
          <p:nvPr>
            <p:ph idx="1"/>
          </p:nvPr>
        </p:nvSpPr>
        <p:spPr/>
        <p:txBody>
          <a:bodyPr>
            <a:normAutofit/>
          </a:bodyPr>
          <a:lstStyle/>
          <a:p>
            <a:r>
              <a:t>• Data Loader: Multimodal data ingestion (Kaggle, Synthetic, CSV).</a:t>
            </a:r>
          </a:p>
          <a:p>
            <a:r>
              <a:t>• Model Trainer: Hyperparameter-tuned ML/DL training engines.</a:t>
            </a:r>
          </a:p>
          <a:p>
            <a:r>
              <a:t>• Explainability: SHAP/LIME visualization generation.</a:t>
            </a:r>
          </a:p>
          <a:p>
            <a:r>
              <a:t>• Digital Twin: Scenario simulation (SIM Swap, Credential Compromise).</a:t>
            </a:r>
          </a:p>
        </p:txBody>
      </p:sp>
      <p:sp>
        <p:nvSpPr>
          <p:cNvPr id="4" name="Slide Number Placeholder 3"/>
          <p:cNvSpPr>
            <a:spLocks noGrp="1"/>
          </p:cNvSpPr>
          <p:nvPr>
            <p:ph type="sldNum" sz="quarter" idx="12"/>
          </p:nvPr>
        </p:nvSpPr>
        <p:spPr/>
        <p:txBody>
          <a:bodyPr/>
          <a:lstStyle/>
          <a:p>
            <a:fld id="{C02A2637-A5A3-49FA-B214-6E67543099EF}" type="slidenum">
              <a:rPr lang="en-US" smtClean="0"/>
              <a:t>10</a:t>
            </a:fld>
            <a:endParaRPr lang="en-US"/>
          </a:p>
        </p:txBody>
      </p:sp>
    </p:spTree>
    <p:extLst>
      <p:ext uri="{BB962C8B-B14F-4D97-AF65-F5344CB8AC3E}">
        <p14:creationId xmlns:p14="http://schemas.microsoft.com/office/powerpoint/2010/main" val="1944416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7. SYSTEM ARCHITECTURE</a:t>
            </a:r>
          </a:p>
        </p:txBody>
      </p:sp>
      <p:sp>
        <p:nvSpPr>
          <p:cNvPr id="3" name="Content Placeholder 2"/>
          <p:cNvSpPr>
            <a:spLocks noGrp="1"/>
          </p:cNvSpPr>
          <p:nvPr>
            <p:ph idx="1"/>
          </p:nvPr>
        </p:nvSpPr>
        <p:spPr/>
        <p:txBody>
          <a:bodyPr>
            <a:normAutofit/>
          </a:bodyPr>
          <a:lstStyle/>
          <a:p>
            <a:r>
              <a:t>1. Data Layer: UPI Transaction Data (Real/Synthetic).</a:t>
            </a:r>
          </a:p>
          <a:p>
            <a:r>
              <a:t>2. Logic Layer: Preprocessing (SMOTE, Scaler) -&gt; Model Inference.</a:t>
            </a:r>
          </a:p>
          <a:p>
            <a:r>
              <a:t>3. Analysis Layer: SHAP Explainer -&gt; Risk Scoring.</a:t>
            </a:r>
          </a:p>
          <a:p>
            <a:r>
              <a:t>4. UI Layer: Streamlit Dashboard for real-time interaction.</a:t>
            </a:r>
          </a:p>
        </p:txBody>
      </p:sp>
      <p:sp>
        <p:nvSpPr>
          <p:cNvPr id="4" name="Slide Number Placeholder 3"/>
          <p:cNvSpPr>
            <a:spLocks noGrp="1"/>
          </p:cNvSpPr>
          <p:nvPr>
            <p:ph type="sldNum" sz="quarter" idx="12"/>
          </p:nvPr>
        </p:nvSpPr>
        <p:spPr/>
        <p:txBody>
          <a:bodyPr/>
          <a:lstStyle/>
          <a:p>
            <a:fld id="{C02A2637-A5A3-49FA-B214-6E67543099EF}" type="slidenum">
              <a:rPr lang="en-US" smtClean="0"/>
              <a:t>11</a:t>
            </a:fld>
            <a:endParaRPr lang="en-US"/>
          </a:p>
        </p:txBody>
      </p:sp>
    </p:spTree>
    <p:extLst>
      <p:ext uri="{BB962C8B-B14F-4D97-AF65-F5344CB8AC3E}">
        <p14:creationId xmlns:p14="http://schemas.microsoft.com/office/powerpoint/2010/main" val="1380825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14F7B-448F-5933-E4F5-9F6656ACE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B1540-D08A-936D-657B-2CA7AA0EF4A8}"/>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8. DEVELOPMENT &amp; INTEGRATION</a:t>
            </a:r>
          </a:p>
        </p:txBody>
      </p:sp>
      <p:sp>
        <p:nvSpPr>
          <p:cNvPr id="3" name="Content Placeholder 2">
            <a:extLst>
              <a:ext uri="{FF2B5EF4-FFF2-40B4-BE49-F238E27FC236}">
                <a16:creationId xmlns:a16="http://schemas.microsoft.com/office/drawing/2014/main" id="{8FD1C32F-FDCF-2099-8C99-4CD33048817D}"/>
              </a:ext>
            </a:extLst>
          </p:cNvPr>
          <p:cNvSpPr>
            <a:spLocks noGrp="1"/>
          </p:cNvSpPr>
          <p:nvPr>
            <p:ph idx="1"/>
          </p:nvPr>
        </p:nvSpPr>
        <p:spPr/>
        <p:txBody>
          <a:bodyPr>
            <a:normAutofit/>
          </a:bodyPr>
          <a:lstStyle/>
          <a:p>
            <a:r>
              <a:rPr lang="en-US" sz="2600" dirty="0">
                <a:latin typeface="Times New Roman" panose="02020603050405020304" pitchFamily="18" charset="0"/>
                <a:cs typeface="Times New Roman" panose="02020603050405020304" pitchFamily="18" charset="0"/>
              </a:rPr>
              <a:t>&lt;&lt; </a:t>
            </a:r>
            <a:r>
              <a:rPr lang="en-US" sz="2800" dirty="0"/>
              <a:t>• Implementation of modules</a:t>
            </a:r>
          </a:p>
          <a:p>
            <a:r>
              <a:rPr lang="en-US" sz="2800" dirty="0"/>
              <a:t>• Integration strategy</a:t>
            </a:r>
          </a:p>
          <a:p>
            <a:r>
              <a:rPr lang="en-US" sz="2800" dirty="0"/>
              <a:t>• Challenges faced and solutions</a:t>
            </a:r>
          </a:p>
          <a:p>
            <a:pPr marL="0" indent="0">
              <a:buNone/>
            </a:pPr>
            <a:r>
              <a:rPr lang="en-US" sz="2600" dirty="0">
                <a:latin typeface="Times New Roman" panose="02020603050405020304" pitchFamily="18" charset="0"/>
                <a:cs typeface="Times New Roman" panose="02020603050405020304" pitchFamily="18" charset="0"/>
              </a:rPr>
              <a:t> FONT TIMES NEW ROMAN&gt;&gt;</a:t>
            </a:r>
          </a:p>
        </p:txBody>
      </p:sp>
      <p:sp>
        <p:nvSpPr>
          <p:cNvPr id="4" name="Slide Number Placeholder 3">
            <a:extLst>
              <a:ext uri="{FF2B5EF4-FFF2-40B4-BE49-F238E27FC236}">
                <a16:creationId xmlns:a16="http://schemas.microsoft.com/office/drawing/2014/main" id="{E6869C87-894B-EA46-CE5B-2DDA46DB8C2C}"/>
              </a:ext>
            </a:extLst>
          </p:cNvPr>
          <p:cNvSpPr>
            <a:spLocks noGrp="1"/>
          </p:cNvSpPr>
          <p:nvPr>
            <p:ph type="sldNum" sz="quarter" idx="12"/>
          </p:nvPr>
        </p:nvSpPr>
        <p:spPr/>
        <p:txBody>
          <a:bodyPr/>
          <a:lstStyle/>
          <a:p>
            <a:fld id="{C02A2637-A5A3-49FA-B214-6E67543099EF}" type="slidenum">
              <a:rPr lang="en-US" smtClean="0"/>
              <a:t>12</a:t>
            </a:fld>
            <a:endParaRPr lang="en-US"/>
          </a:p>
        </p:txBody>
      </p:sp>
    </p:spTree>
    <p:extLst>
      <p:ext uri="{BB962C8B-B14F-4D97-AF65-F5344CB8AC3E}">
        <p14:creationId xmlns:p14="http://schemas.microsoft.com/office/powerpoint/2010/main" val="3369243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FF5EA-D62B-1983-B948-F514CA25FA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D138A4-31C7-3BA3-41EC-856FFC3F2CD3}"/>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9. PROTOTYPE / RESEARCH FRAMEWORK</a:t>
            </a:r>
          </a:p>
        </p:txBody>
      </p:sp>
      <p:sp>
        <p:nvSpPr>
          <p:cNvPr id="3" name="Content Placeholder 2">
            <a:extLst>
              <a:ext uri="{FF2B5EF4-FFF2-40B4-BE49-F238E27FC236}">
                <a16:creationId xmlns:a16="http://schemas.microsoft.com/office/drawing/2014/main" id="{81FDCD9C-F660-95CA-73DE-982F8EE861D4}"/>
              </a:ext>
            </a:extLst>
          </p:cNvPr>
          <p:cNvSpPr>
            <a:spLocks noGrp="1"/>
          </p:cNvSpPr>
          <p:nvPr>
            <p:ph idx="1"/>
          </p:nvPr>
        </p:nvSpPr>
        <p:spPr/>
        <p:txBody>
          <a:bodyPr>
            <a:normAutofit/>
          </a:bodyPr>
          <a:lstStyle/>
          <a:p>
            <a:r>
              <a:rPr lang="en-US" sz="2600" dirty="0">
                <a:latin typeface="Times New Roman" panose="02020603050405020304" pitchFamily="18" charset="0"/>
                <a:cs typeface="Times New Roman" panose="02020603050405020304" pitchFamily="18" charset="0"/>
              </a:rPr>
              <a:t>&lt;&lt; </a:t>
            </a:r>
            <a:r>
              <a:rPr lang="en-US" sz="2800" dirty="0"/>
              <a:t>• Working prototype description</a:t>
            </a:r>
          </a:p>
          <a:p>
            <a:r>
              <a:rPr lang="en-US" sz="2800" dirty="0"/>
              <a:t>OR</a:t>
            </a:r>
          </a:p>
          <a:p>
            <a:r>
              <a:rPr lang="en-US" sz="2800" dirty="0"/>
              <a:t>• Research framework setup</a:t>
            </a:r>
          </a:p>
          <a:p>
            <a:pPr marL="0" indent="0">
              <a:buNone/>
            </a:pPr>
            <a:r>
              <a:rPr lang="en-US" sz="2600" dirty="0">
                <a:latin typeface="Times New Roman" panose="02020603050405020304" pitchFamily="18" charset="0"/>
                <a:cs typeface="Times New Roman" panose="02020603050405020304" pitchFamily="18" charset="0"/>
              </a:rPr>
              <a:t> FONT TIMES NEW ROMAN&gt;&gt;</a:t>
            </a:r>
          </a:p>
        </p:txBody>
      </p:sp>
      <p:sp>
        <p:nvSpPr>
          <p:cNvPr id="4" name="Slide Number Placeholder 3">
            <a:extLst>
              <a:ext uri="{FF2B5EF4-FFF2-40B4-BE49-F238E27FC236}">
                <a16:creationId xmlns:a16="http://schemas.microsoft.com/office/drawing/2014/main" id="{55D83B01-BF0B-D797-AC89-252288DAD2AE}"/>
              </a:ext>
            </a:extLst>
          </p:cNvPr>
          <p:cNvSpPr>
            <a:spLocks noGrp="1"/>
          </p:cNvSpPr>
          <p:nvPr>
            <p:ph type="sldNum" sz="quarter" idx="12"/>
          </p:nvPr>
        </p:nvSpPr>
        <p:spPr/>
        <p:txBody>
          <a:bodyPr/>
          <a:lstStyle/>
          <a:p>
            <a:fld id="{C02A2637-A5A3-49FA-B214-6E67543099EF}" type="slidenum">
              <a:rPr lang="en-US" smtClean="0"/>
              <a:t>13</a:t>
            </a:fld>
            <a:endParaRPr lang="en-US"/>
          </a:p>
        </p:txBody>
      </p:sp>
    </p:spTree>
    <p:extLst>
      <p:ext uri="{BB962C8B-B14F-4D97-AF65-F5344CB8AC3E}">
        <p14:creationId xmlns:p14="http://schemas.microsoft.com/office/powerpoint/2010/main" val="1145004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88BB3-2A5B-34AC-B39B-BAE5C65E68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D448EB-8A1A-C9A3-3C48-4830472042E6}"/>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10. OUTCOME</a:t>
            </a:r>
          </a:p>
        </p:txBody>
      </p:sp>
      <p:sp>
        <p:nvSpPr>
          <p:cNvPr id="3" name="Content Placeholder 2">
            <a:extLst>
              <a:ext uri="{FF2B5EF4-FFF2-40B4-BE49-F238E27FC236}">
                <a16:creationId xmlns:a16="http://schemas.microsoft.com/office/drawing/2014/main" id="{F5CA4F36-3210-D723-E79A-086D02FA6BDF}"/>
              </a:ext>
            </a:extLst>
          </p:cNvPr>
          <p:cNvSpPr>
            <a:spLocks noGrp="1"/>
          </p:cNvSpPr>
          <p:nvPr>
            <p:ph idx="1"/>
          </p:nvPr>
        </p:nvSpPr>
        <p:spPr/>
        <p:txBody>
          <a:bodyPr>
            <a:normAutofit/>
          </a:bodyPr>
          <a:lstStyle/>
          <a:p>
            <a:r>
              <a:t>[[ PLACE PROJECT SCREENSHOT HERE ]]</a:t>
            </a:r>
          </a:p>
          <a:p>
            <a:r>
              <a:t>- Real-time Fraud Detection Dashboard</a:t>
            </a:r>
          </a:p>
          <a:p>
            <a:r>
              <a:t>- Digital Twin Attack Scenarios</a:t>
            </a:r>
          </a:p>
          <a:p>
            <a:r>
              <a:t>- XAI Feature Importance Plots</a:t>
            </a:r>
          </a:p>
        </p:txBody>
      </p:sp>
      <p:sp>
        <p:nvSpPr>
          <p:cNvPr id="4" name="Slide Number Placeholder 3">
            <a:extLst>
              <a:ext uri="{FF2B5EF4-FFF2-40B4-BE49-F238E27FC236}">
                <a16:creationId xmlns:a16="http://schemas.microsoft.com/office/drawing/2014/main" id="{3C63C818-3FBA-7FB8-3369-BCE4AC4BD8EF}"/>
              </a:ext>
            </a:extLst>
          </p:cNvPr>
          <p:cNvSpPr>
            <a:spLocks noGrp="1"/>
          </p:cNvSpPr>
          <p:nvPr>
            <p:ph type="sldNum" sz="quarter" idx="12"/>
          </p:nvPr>
        </p:nvSpPr>
        <p:spPr/>
        <p:txBody>
          <a:bodyPr/>
          <a:lstStyle/>
          <a:p>
            <a:fld id="{C02A2637-A5A3-49FA-B214-6E67543099EF}" type="slidenum">
              <a:rPr lang="en-US" smtClean="0"/>
              <a:t>14</a:t>
            </a:fld>
            <a:endParaRPr lang="en-US"/>
          </a:p>
        </p:txBody>
      </p:sp>
    </p:spTree>
    <p:extLst>
      <p:ext uri="{BB962C8B-B14F-4D97-AF65-F5344CB8AC3E}">
        <p14:creationId xmlns:p14="http://schemas.microsoft.com/office/powerpoint/2010/main" val="3319743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6C8D-B43E-DA7C-E00A-0FC4EA185F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44C6AA-E1C2-EA6C-246E-CC1479CDED74}"/>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11. RESULTS</a:t>
            </a:r>
          </a:p>
        </p:txBody>
      </p:sp>
      <p:sp>
        <p:nvSpPr>
          <p:cNvPr id="3" name="Content Placeholder 2">
            <a:extLst>
              <a:ext uri="{FF2B5EF4-FFF2-40B4-BE49-F238E27FC236}">
                <a16:creationId xmlns:a16="http://schemas.microsoft.com/office/drawing/2014/main" id="{63ED4B1E-A9C5-0A84-607D-7CB161B4660A}"/>
              </a:ext>
            </a:extLst>
          </p:cNvPr>
          <p:cNvSpPr>
            <a:spLocks noGrp="1"/>
          </p:cNvSpPr>
          <p:nvPr>
            <p:ph idx="1"/>
          </p:nvPr>
        </p:nvSpPr>
        <p:spPr/>
        <p:txBody>
          <a:bodyPr>
            <a:normAutofit/>
          </a:bodyPr>
          <a:lstStyle/>
          <a:p>
            <a:r>
              <a:t>Model: XGBoost (Champion Model)</a:t>
            </a:r>
          </a:p>
          <a:p>
            <a:r>
              <a:t>• Accuracy: 99.01%</a:t>
            </a:r>
          </a:p>
          <a:p>
            <a:r>
              <a:t>• Precision: 98.34%</a:t>
            </a:r>
          </a:p>
          <a:p>
            <a:r>
              <a:t>• Recall: 93.12%</a:t>
            </a:r>
          </a:p>
          <a:p>
            <a:r>
              <a:t>• F1-Score: 95.67%</a:t>
            </a:r>
          </a:p>
          <a:p>
            <a:r>
              <a:t>• Latency: &lt; 100ms per txn</a:t>
            </a:r>
          </a:p>
        </p:txBody>
      </p:sp>
      <p:sp>
        <p:nvSpPr>
          <p:cNvPr id="4" name="Slide Number Placeholder 3">
            <a:extLst>
              <a:ext uri="{FF2B5EF4-FFF2-40B4-BE49-F238E27FC236}">
                <a16:creationId xmlns:a16="http://schemas.microsoft.com/office/drawing/2014/main" id="{C20BB0C0-AF3E-C46D-0A00-DD8E18E7843A}"/>
              </a:ext>
            </a:extLst>
          </p:cNvPr>
          <p:cNvSpPr>
            <a:spLocks noGrp="1"/>
          </p:cNvSpPr>
          <p:nvPr>
            <p:ph type="sldNum" sz="quarter" idx="12"/>
          </p:nvPr>
        </p:nvSpPr>
        <p:spPr/>
        <p:txBody>
          <a:bodyPr/>
          <a:lstStyle/>
          <a:p>
            <a:fld id="{C02A2637-A5A3-49FA-B214-6E67543099EF}" type="slidenum">
              <a:rPr lang="en-US" smtClean="0"/>
              <a:t>15</a:t>
            </a:fld>
            <a:endParaRPr lang="en-US"/>
          </a:p>
        </p:txBody>
      </p:sp>
    </p:spTree>
    <p:extLst>
      <p:ext uri="{BB962C8B-B14F-4D97-AF65-F5344CB8AC3E}">
        <p14:creationId xmlns:p14="http://schemas.microsoft.com/office/powerpoint/2010/main" val="13753997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58ED5"/>
          </a:solidFill>
        </p:spPr>
        <p:txBody>
          <a:bodyPr/>
          <a:lstStyle/>
          <a:p>
            <a:r>
              <a:rPr lang="en-US" sz="3700" b="1" dirty="0">
                <a:solidFill>
                  <a:schemeClr val="bg1"/>
                </a:solidFill>
                <a:latin typeface="Times New Roman" pitchFamily="18" charset="0"/>
                <a:cs typeface="Times New Roman" pitchFamily="18" charset="0"/>
              </a:rPr>
              <a:t>12. TIMELINE / GANTT CHART</a:t>
            </a:r>
          </a:p>
        </p:txBody>
      </p:sp>
      <p:sp>
        <p:nvSpPr>
          <p:cNvPr id="4" name="Slide Number Placeholder 3"/>
          <p:cNvSpPr>
            <a:spLocks noGrp="1"/>
          </p:cNvSpPr>
          <p:nvPr>
            <p:ph type="sldNum" sz="quarter" idx="12"/>
          </p:nvPr>
        </p:nvSpPr>
        <p:spPr/>
        <p:txBody>
          <a:bodyPr/>
          <a:lstStyle/>
          <a:p>
            <a:fld id="{C02A2637-A5A3-49FA-B214-6E67543099EF}" type="slidenum">
              <a:rPr lang="en-US" smtClean="0"/>
              <a:t>16</a:t>
            </a:fld>
            <a:endParaRPr lang="en-US"/>
          </a:p>
        </p:txBody>
      </p:sp>
      <p:sp>
        <p:nvSpPr>
          <p:cNvPr id="3" name="TextBox 2">
            <a:extLst>
              <a:ext uri="{FF2B5EF4-FFF2-40B4-BE49-F238E27FC236}">
                <a16:creationId xmlns:a16="http://schemas.microsoft.com/office/drawing/2014/main" id="{E4232115-B82D-8D1A-DF88-7F370475E570}"/>
              </a:ext>
            </a:extLst>
          </p:cNvPr>
          <p:cNvSpPr txBox="1"/>
          <p:nvPr/>
        </p:nvSpPr>
        <p:spPr>
          <a:xfrm>
            <a:off x="762000" y="1981200"/>
            <a:ext cx="11049000" cy="1154162"/>
          </a:xfrm>
          <a:prstGeom prst="rect">
            <a:avLst/>
          </a:prstGeom>
          <a:noFill/>
        </p:spPr>
        <p:txBody>
          <a:bodyPr wrap="square" rtlCol="0">
            <a:spAutoFit/>
          </a:bodyPr>
          <a:lstStyle/>
          <a:p>
            <a:r>
              <a:t>• Feb: Research &amp; Dataset collection (Completed)</a:t>
            </a:r>
          </a:p>
          <a:p>
            <a:r>
              <a:t>• Mar: Model development &amp; Explainability (Completed)</a:t>
            </a:r>
          </a:p>
          <a:p>
            <a:r>
              <a:t>• Apr: Dashboard integration &amp; testing (In Progress)</a:t>
            </a:r>
          </a:p>
          <a:p>
            <a:r>
              <a:t>• May: Final Documentation (Next)</a:t>
            </a:r>
          </a:p>
        </p:txBody>
      </p:sp>
    </p:spTree>
    <p:extLst>
      <p:ext uri="{BB962C8B-B14F-4D97-AF65-F5344CB8AC3E}">
        <p14:creationId xmlns:p14="http://schemas.microsoft.com/office/powerpoint/2010/main" val="3187296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13. REFERENCES</a:t>
            </a:r>
          </a:p>
        </p:txBody>
      </p:sp>
      <p:sp>
        <p:nvSpPr>
          <p:cNvPr id="3" name="Content Placeholder 2"/>
          <p:cNvSpPr>
            <a:spLocks noGrp="1"/>
          </p:cNvSpPr>
          <p:nvPr>
            <p:ph idx="1"/>
          </p:nvPr>
        </p:nvSpPr>
        <p:spPr/>
        <p:txBody>
          <a:bodyPr>
            <a:noAutofit/>
          </a:bodyPr>
          <a:lstStyle/>
          <a:p>
            <a:pPr algn="just"/>
            <a:r>
              <a:rPr lang="en-US" sz="2300" dirty="0">
                <a:latin typeface="Times New Roman" pitchFamily="18" charset="0"/>
                <a:cs typeface="Times New Roman" pitchFamily="18" charset="0"/>
              </a:rPr>
              <a:t>Lock, S., &amp; Kotonya, G. (1999). An integrated, probabilistic framework for requirement change impact analysis. Australasian Journal of Information Systems, 6(2).</a:t>
            </a:r>
            <a:endParaRPr lang="en-US" sz="2500" dirty="0">
              <a:latin typeface="Times New Roman" pitchFamily="18" charset="0"/>
              <a:cs typeface="Times New Roman" pitchFamily="18" charset="0"/>
            </a:endParaRPr>
          </a:p>
          <a:p>
            <a:pPr algn="just"/>
            <a:r>
              <a:rPr lang="en-US" sz="1400" dirty="0">
                <a:latin typeface="Times New Roman" pitchFamily="18" charset="0"/>
                <a:cs typeface="Times New Roman" pitchFamily="18" charset="0"/>
              </a:rPr>
              <a:t>HOW TO CITE A PAPER</a:t>
            </a:r>
          </a:p>
          <a:p>
            <a:pPr algn="just"/>
            <a:r>
              <a:rPr lang="en-US" sz="1400" dirty="0">
                <a:latin typeface="Times New Roman" pitchFamily="18" charset="0"/>
                <a:cs typeface="Times New Roman" pitchFamily="18" charset="0"/>
              </a:rPr>
              <a:t>GO TO GOOGLE SCHOLAR</a:t>
            </a:r>
          </a:p>
          <a:p>
            <a:pPr algn="just"/>
            <a:r>
              <a:rPr lang="en-US" sz="1400" dirty="0">
                <a:latin typeface="Times New Roman" pitchFamily="18" charset="0"/>
                <a:cs typeface="Times New Roman" pitchFamily="18" charset="0"/>
              </a:rPr>
              <a:t>GIVE THE PAPER TITLE IN SEARCH</a:t>
            </a:r>
          </a:p>
          <a:p>
            <a:pPr algn="just"/>
            <a:r>
              <a:rPr lang="en-US" sz="1400" dirty="0">
                <a:latin typeface="Times New Roman" pitchFamily="18" charset="0"/>
                <a:cs typeface="Times New Roman" pitchFamily="18" charset="0"/>
              </a:rPr>
              <a:t>ONCE THE PAPER WHAT YOU HAVE SEARCHED FOR IS LISTED </a:t>
            </a:r>
            <a:endParaRPr lang="en-US" sz="1200" dirty="0">
              <a:latin typeface="Times New Roman" pitchFamily="18" charset="0"/>
              <a:cs typeface="Times New Roman" pitchFamily="18" charset="0"/>
            </a:endParaRPr>
          </a:p>
          <a:p>
            <a:pPr algn="just"/>
            <a:r>
              <a:rPr lang="en-US" sz="1400" dirty="0">
                <a:latin typeface="Times New Roman" pitchFamily="18" charset="0"/>
                <a:cs typeface="Times New Roman" pitchFamily="18" charset="0"/>
              </a:rPr>
              <a:t>CHOOSE CITE AT THE BOTTOM OF THE PAPER</a:t>
            </a:r>
          </a:p>
          <a:p>
            <a:pPr algn="just"/>
            <a:r>
              <a:rPr lang="en-US" sz="1400" dirty="0">
                <a:latin typeface="Times New Roman" pitchFamily="18" charset="0"/>
                <a:cs typeface="Times New Roman" pitchFamily="18" charset="0"/>
              </a:rPr>
              <a:t>SELECT APA FORMAT AND COPY IT HERE</a:t>
            </a:r>
          </a:p>
          <a:p>
            <a:pPr marL="0" indent="0" algn="just">
              <a:buNone/>
            </a:pPr>
            <a:endParaRPr lang="en-US" sz="25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C02A2637-A5A3-49FA-B214-6E67543099EF}" type="slidenum">
              <a:rPr lang="en-US" smtClean="0"/>
              <a:t>17</a:t>
            </a:fld>
            <a:endParaRPr lang="en-US"/>
          </a:p>
        </p:txBody>
      </p:sp>
      <p:pic>
        <p:nvPicPr>
          <p:cNvPr id="6" name="Picture 5">
            <a:extLst>
              <a:ext uri="{FF2B5EF4-FFF2-40B4-BE49-F238E27FC236}">
                <a16:creationId xmlns:a16="http://schemas.microsoft.com/office/drawing/2014/main" id="{230A5351-9EAA-8306-D86D-CD6AE061EE31}"/>
              </a:ext>
            </a:extLst>
          </p:cNvPr>
          <p:cNvPicPr>
            <a:picLocks noChangeAspect="1"/>
          </p:cNvPicPr>
          <p:nvPr/>
        </p:nvPicPr>
        <p:blipFill>
          <a:blip r:embed="rId2"/>
          <a:stretch>
            <a:fillRect/>
          </a:stretch>
        </p:blipFill>
        <p:spPr>
          <a:xfrm>
            <a:off x="6400800" y="2895600"/>
            <a:ext cx="6049219" cy="2886478"/>
          </a:xfrm>
          <a:prstGeom prst="rect">
            <a:avLst/>
          </a:prstGeom>
        </p:spPr>
      </p:pic>
      <p:pic>
        <p:nvPicPr>
          <p:cNvPr id="8" name="Picture 7">
            <a:extLst>
              <a:ext uri="{FF2B5EF4-FFF2-40B4-BE49-F238E27FC236}">
                <a16:creationId xmlns:a16="http://schemas.microsoft.com/office/drawing/2014/main" id="{5159EC38-0956-1847-653C-51980FBF8AF7}"/>
              </a:ext>
            </a:extLst>
          </p:cNvPr>
          <p:cNvPicPr>
            <a:picLocks noChangeAspect="1"/>
          </p:cNvPicPr>
          <p:nvPr/>
        </p:nvPicPr>
        <p:blipFill>
          <a:blip r:embed="rId3"/>
          <a:stretch>
            <a:fillRect/>
          </a:stretch>
        </p:blipFill>
        <p:spPr>
          <a:xfrm>
            <a:off x="1219200" y="4083002"/>
            <a:ext cx="4402728" cy="2939252"/>
          </a:xfrm>
          <a:prstGeom prst="rect">
            <a:avLst/>
          </a:prstGeom>
        </p:spPr>
      </p:pic>
    </p:spTree>
    <p:extLst>
      <p:ext uri="{BB962C8B-B14F-4D97-AF65-F5344CB8AC3E}">
        <p14:creationId xmlns:p14="http://schemas.microsoft.com/office/powerpoint/2010/main" val="3016359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rgbClr val="558ED5"/>
          </a:solidFill>
        </p:spPr>
        <p:txBody>
          <a:bodyPr>
            <a:normAutofit/>
          </a:bodyPr>
          <a:lstStyle/>
          <a:p>
            <a:r>
              <a:rPr lang="en-US" sz="3700" b="1" dirty="0">
                <a:solidFill>
                  <a:schemeClr val="bg1"/>
                </a:solidFill>
                <a:latin typeface="Times New Roman" pitchFamily="18" charset="0"/>
                <a:cs typeface="Times New Roman" pitchFamily="18" charset="0"/>
              </a:rPr>
              <a:t>REFERENCES (CONTD..,)</a:t>
            </a:r>
          </a:p>
        </p:txBody>
      </p:sp>
      <p:sp>
        <p:nvSpPr>
          <p:cNvPr id="3" name="Content Placeholder 2"/>
          <p:cNvSpPr>
            <a:spLocks noGrp="1"/>
          </p:cNvSpPr>
          <p:nvPr>
            <p:ph idx="1"/>
          </p:nvPr>
        </p:nvSpPr>
        <p:spPr/>
        <p:txBody>
          <a:bodyPr>
            <a:noAutofit/>
          </a:bodyPr>
          <a:lstStyle/>
          <a:p>
            <a:pPr algn="just"/>
            <a:endParaRPr lang="en-US" sz="23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C02A2637-A5A3-49FA-B214-6E67543099EF}" type="slidenum">
              <a:rPr lang="en-US" smtClean="0"/>
              <a:t>18</a:t>
            </a:fld>
            <a:endParaRPr lang="en-US" dirty="0"/>
          </a:p>
        </p:txBody>
      </p:sp>
    </p:spTree>
    <p:extLst>
      <p:ext uri="{BB962C8B-B14F-4D97-AF65-F5344CB8AC3E}">
        <p14:creationId xmlns:p14="http://schemas.microsoft.com/office/powerpoint/2010/main" val="190899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rgbClr val="558ED5"/>
          </a:solidFill>
        </p:spPr>
        <p:txBody>
          <a:bodyPr>
            <a:normAutofit/>
          </a:bodyPr>
          <a:lstStyle/>
          <a:p>
            <a:r>
              <a:rPr lang="en-US" sz="3700" b="1" dirty="0">
                <a:solidFill>
                  <a:schemeClr val="bg1"/>
                </a:solidFill>
                <a:latin typeface="Times New Roman" pitchFamily="18" charset="0"/>
                <a:cs typeface="Times New Roman" pitchFamily="18" charset="0"/>
              </a:rPr>
              <a:t>REFERENCES (CONTD..,)</a:t>
            </a:r>
          </a:p>
        </p:txBody>
      </p:sp>
      <p:sp>
        <p:nvSpPr>
          <p:cNvPr id="3" name="Content Placeholder 2"/>
          <p:cNvSpPr>
            <a:spLocks noGrp="1"/>
          </p:cNvSpPr>
          <p:nvPr>
            <p:ph idx="1"/>
          </p:nvPr>
        </p:nvSpPr>
        <p:spPr/>
        <p:txBody>
          <a:bodyPr>
            <a:noAutofit/>
          </a:bodyPr>
          <a:lstStyle/>
          <a:p>
            <a:pPr algn="just"/>
            <a:endParaRPr lang="en-US" sz="23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C02A2637-A5A3-49FA-B214-6E67543099EF}" type="slidenum">
              <a:rPr lang="en-US" smtClean="0"/>
              <a:t>19</a:t>
            </a:fld>
            <a:endParaRPr lang="en-US"/>
          </a:p>
        </p:txBody>
      </p:sp>
    </p:spTree>
    <p:extLst>
      <p:ext uri="{BB962C8B-B14F-4D97-AF65-F5344CB8AC3E}">
        <p14:creationId xmlns:p14="http://schemas.microsoft.com/office/powerpoint/2010/main" val="9772257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rgbClr val="558ED5"/>
          </a:solidFill>
        </p:spPr>
        <p:txBody>
          <a:bodyPr>
            <a:normAutofit/>
          </a:bodyPr>
          <a:lstStyle/>
          <a:p>
            <a:r>
              <a:rPr lang="en-US" sz="3700" b="1" dirty="0">
                <a:solidFill>
                  <a:schemeClr val="bg1"/>
                </a:solidFill>
                <a:latin typeface="Times New Roman" pitchFamily="18" charset="0"/>
                <a:cs typeface="Times New Roman" pitchFamily="18" charset="0"/>
              </a:rPr>
              <a:t>REFERENCES (CONTD..,)</a:t>
            </a:r>
          </a:p>
        </p:txBody>
      </p:sp>
      <p:sp>
        <p:nvSpPr>
          <p:cNvPr id="3" name="Content Placeholder 2"/>
          <p:cNvSpPr>
            <a:spLocks noGrp="1"/>
          </p:cNvSpPr>
          <p:nvPr>
            <p:ph idx="1"/>
          </p:nvPr>
        </p:nvSpPr>
        <p:spPr/>
        <p:txBody>
          <a:bodyPr>
            <a:noAutofit/>
          </a:bodyPr>
          <a:lstStyle/>
          <a:p>
            <a:pPr lvl="0" algn="just"/>
            <a:endParaRPr lang="en-US" sz="23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C02A2637-A5A3-49FA-B214-6E67543099EF}" type="slidenum">
              <a:rPr lang="en-US" smtClean="0"/>
              <a:t>20</a:t>
            </a:fld>
            <a:endParaRPr lang="en-US"/>
          </a:p>
        </p:txBody>
      </p:sp>
    </p:spTree>
    <p:extLst>
      <p:ext uri="{BB962C8B-B14F-4D97-AF65-F5344CB8AC3E}">
        <p14:creationId xmlns:p14="http://schemas.microsoft.com/office/powerpoint/2010/main" val="9441567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rgbClr val="558ED5"/>
          </a:solidFill>
        </p:spPr>
        <p:txBody>
          <a:bodyPr>
            <a:normAutofit/>
          </a:bodyPr>
          <a:lstStyle/>
          <a:p>
            <a:r>
              <a:rPr lang="en-US" sz="3700" b="1" dirty="0">
                <a:solidFill>
                  <a:schemeClr val="bg1"/>
                </a:solidFill>
                <a:latin typeface="Times New Roman" pitchFamily="18" charset="0"/>
                <a:cs typeface="Times New Roman" pitchFamily="18" charset="0"/>
              </a:rPr>
              <a:t>REFERENCES (CONTD..,)</a:t>
            </a:r>
          </a:p>
        </p:txBody>
      </p:sp>
      <p:sp>
        <p:nvSpPr>
          <p:cNvPr id="3" name="Content Placeholder 2"/>
          <p:cNvSpPr>
            <a:spLocks noGrp="1"/>
          </p:cNvSpPr>
          <p:nvPr>
            <p:ph idx="1"/>
          </p:nvPr>
        </p:nvSpPr>
        <p:spPr>
          <a:xfrm>
            <a:off x="640080" y="1706880"/>
            <a:ext cx="11521440" cy="4389120"/>
          </a:xfrm>
        </p:spPr>
        <p:txBody>
          <a:bodyPr>
            <a:normAutofit/>
          </a:bodyPr>
          <a:lstStyle/>
          <a:p>
            <a:endParaRPr lang="en-US" dirty="0"/>
          </a:p>
        </p:txBody>
      </p:sp>
      <p:sp>
        <p:nvSpPr>
          <p:cNvPr id="4" name="Slide Number Placeholder 3"/>
          <p:cNvSpPr>
            <a:spLocks noGrp="1"/>
          </p:cNvSpPr>
          <p:nvPr>
            <p:ph type="sldNum" sz="quarter" idx="12"/>
          </p:nvPr>
        </p:nvSpPr>
        <p:spPr/>
        <p:txBody>
          <a:bodyPr/>
          <a:lstStyle/>
          <a:p>
            <a:fld id="{C02A2637-A5A3-49FA-B214-6E67543099EF}" type="slidenum">
              <a:rPr lang="en-US" smtClean="0"/>
              <a:t>21</a:t>
            </a:fld>
            <a:endParaRPr lang="en-US"/>
          </a:p>
        </p:txBody>
      </p:sp>
    </p:spTree>
    <p:extLst>
      <p:ext uri="{BB962C8B-B14F-4D97-AF65-F5344CB8AC3E}">
        <p14:creationId xmlns:p14="http://schemas.microsoft.com/office/powerpoint/2010/main" val="1987829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819401"/>
            <a:ext cx="11521440" cy="1219200"/>
          </a:xfrm>
        </p:spPr>
        <p:txBody>
          <a:bodyPr>
            <a:normAutofit fontScale="90000"/>
          </a:bodyPr>
          <a:lstStyle/>
          <a:p>
            <a:r>
              <a:rPr lang="en-US" sz="10000" b="1" dirty="0">
                <a:solidFill>
                  <a:schemeClr val="tx2">
                    <a:lumMod val="60000"/>
                    <a:lumOff val="40000"/>
                  </a:schemeClr>
                </a:solidFill>
                <a:latin typeface="Times New Roman" pitchFamily="18" charset="0"/>
                <a:cs typeface="Times New Roman" pitchFamily="18" charset="0"/>
              </a:rPr>
              <a:t>Thank You</a:t>
            </a:r>
          </a:p>
        </p:txBody>
      </p:sp>
      <p:sp>
        <p:nvSpPr>
          <p:cNvPr id="3" name="Slide Number Placeholder 2"/>
          <p:cNvSpPr>
            <a:spLocks noGrp="1"/>
          </p:cNvSpPr>
          <p:nvPr>
            <p:ph type="sldNum" sz="quarter" idx="12"/>
          </p:nvPr>
        </p:nvSpPr>
        <p:spPr/>
        <p:txBody>
          <a:bodyPr/>
          <a:lstStyle/>
          <a:p>
            <a:fld id="{C02A2637-A5A3-49FA-B214-6E67543099EF}" type="slidenum">
              <a:rPr lang="en-US" smtClean="0"/>
              <a:t>22</a:t>
            </a:fld>
            <a:endParaRPr lang="en-US"/>
          </a:p>
        </p:txBody>
      </p:sp>
    </p:spTree>
    <p:extLst>
      <p:ext uri="{BB962C8B-B14F-4D97-AF65-F5344CB8AC3E}">
        <p14:creationId xmlns:p14="http://schemas.microsoft.com/office/powerpoint/2010/main" val="27503980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15704</TotalTime>
  <Words>478</Words>
  <Application>Microsoft Office PowerPoint</Application>
  <PresentationFormat>Custom</PresentationFormat>
  <Paragraphs>129</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Times New Roman</vt:lpstr>
      <vt:lpstr>Wingdings</vt:lpstr>
      <vt:lpstr>Office Theme</vt:lpstr>
      <vt:lpstr>&lt;&lt;PROJECT TITLE **TIMES NEW ROMAN FONT SIZE 39**&gt;&gt;</vt:lpstr>
      <vt:lpstr>CONTENTS</vt:lpstr>
      <vt:lpstr>1.ABSTRACT</vt:lpstr>
      <vt:lpstr>2. INTRODUCTION</vt:lpstr>
      <vt:lpstr>3.LITERATURE SURVEY</vt:lpstr>
      <vt:lpstr>LITERATURE SURVEY (CONTD..,)</vt:lpstr>
      <vt:lpstr>LITERATURE SURVEY (CONTD..,)</vt:lpstr>
      <vt:lpstr>4. RESEARCH GAPS</vt:lpstr>
      <vt:lpstr>5. OBJECTIVES</vt:lpstr>
      <vt:lpstr>6. MODULE IDENTIFICATION</vt:lpstr>
      <vt:lpstr>7. SYSTEM ARCHITECTURE</vt:lpstr>
      <vt:lpstr>8. DEVELOPMENT &amp; INTEGRATION</vt:lpstr>
      <vt:lpstr>9. PROTOTYPE / RESEARCH FRAMEWORK</vt:lpstr>
      <vt:lpstr>10. OUTCOME</vt:lpstr>
      <vt:lpstr>11. RESULTS</vt:lpstr>
      <vt:lpstr>12. TIMELINE / GANTT CHART</vt:lpstr>
      <vt:lpstr>13. REFERENCES</vt:lpstr>
      <vt:lpstr>REFERENCES (CONTD..,)</vt:lpstr>
      <vt:lpstr>REFERENCES (CONTD..,)</vt:lpstr>
      <vt:lpstr>REFERENCES (CONTD..,)</vt:lpstr>
      <vt:lpstr>REFERENCES (CONTD..,)</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APPROACH TO REDUCE LOAD ON CHANGE IMPACT ANALYSIS OVER SOFTWARE DEVELOPMENT</dc:title>
  <dc:creator>admin</dc:creator>
  <cp:lastModifiedBy>Graceline Jasmine</cp:lastModifiedBy>
  <cp:revision>127</cp:revision>
  <dcterms:created xsi:type="dcterms:W3CDTF">2020-07-13T09:49:45Z</dcterms:created>
  <dcterms:modified xsi:type="dcterms:W3CDTF">2026-03-30T08:45:34Z</dcterms:modified>
</cp:coreProperties>
</file>