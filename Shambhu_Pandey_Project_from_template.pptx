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324" r:id="rId3"/>
    <p:sldId id="259" r:id="rId4"/>
    <p:sldId id="260" r:id="rId5"/>
    <p:sldId id="325" r:id="rId6"/>
    <p:sldId id="264" r:id="rId7"/>
    <p:sldId id="323" r:id="rId8"/>
    <p:sldId id="333" r:id="rId9"/>
    <p:sldId id="334" r:id="rId10"/>
    <p:sldId id="265" r:id="rId11"/>
    <p:sldId id="312" r:id="rId12"/>
    <p:sldId id="328" r:id="rId13"/>
    <p:sldId id="330" r:id="rId14"/>
    <p:sldId id="331" r:id="rId15"/>
    <p:sldId id="332" r:id="rId16"/>
    <p:sldId id="327" r:id="rId17"/>
    <p:sldId id="316" r:id="rId18"/>
    <p:sldId id="317" r:id="rId19"/>
    <p:sldId id="318" r:id="rId20"/>
    <p:sldId id="319" r:id="rId21"/>
    <p:sldId id="320" r:id="rId22"/>
    <p:sldId id="321" r:id="rId23"/>
    <p:sldId id="335" r:id="rId29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931" y="53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&lt;&lt;PROJECT TITLE **TIMES NEW ROMAN FONT SIZE 39**&gt;&gt;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Project Work Review-II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Computer Science and Engineering (SPECILAZATION)&gt;&gt;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VIT Logo">
            <a:extLst>
              <a:ext uri="{FF2B5EF4-FFF2-40B4-BE49-F238E27FC236}">
                <a16:creationId xmlns:a16="http://schemas.microsoft.com/office/drawing/2014/main" id="{3480622C-94EE-8879-D91B-FCEDA7BB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91" y="1831079"/>
            <a:ext cx="4716417" cy="128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Name: Shambhu Pandey    Reg No: 25MCA1020    Guide: Tamilrashi</a:t>
            </a:r>
          </a:p>
        </p:txBody>
      </p:sp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880"/>
            <a:ext cx="1170432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MORE THAN 200 WORDS FONT TIMES NEW ROMAN SIZE 24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Brief summary of project including problem, methodology, and expected outcome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Overview of problem domain, motivation, and objectives (max 150 words)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8538444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043257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40012"/>
              </p:ext>
            </p:extLst>
          </p:nvPr>
        </p:nvGraphicFramePr>
        <p:xfrm>
          <a:off x="685799" y="1669892"/>
          <a:ext cx="11475720" cy="235956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&lt;&lt; </a:t>
            </a:r>
            <a:r>
              <a:rPr lang="en-US" sz="2400" dirty="0"/>
              <a:t>• Identify key modules/subsystems</a:t>
            </a:r>
          </a:p>
          <a:p>
            <a:r>
              <a:rPr lang="en-US" sz="2400" dirty="0"/>
              <a:t>• Define functionality of each module</a:t>
            </a:r>
          </a:p>
          <a:p>
            <a:r>
              <a:rPr lang="en-US" sz="2400" dirty="0"/>
              <a:t>• Show module interaction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Overall architecture diagram</a:t>
            </a:r>
          </a:p>
          <a:p>
            <a:r>
              <a:rPr lang="en-US" sz="2800" dirty="0"/>
              <a:t>• Data flow between modules</a:t>
            </a:r>
          </a:p>
          <a:p>
            <a:r>
              <a:rPr lang="en-US" sz="2800" dirty="0"/>
              <a:t>• Technology stack used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Implementation of modules</a:t>
            </a:r>
          </a:p>
          <a:p>
            <a:r>
              <a:rPr lang="en-US" sz="2800" dirty="0"/>
              <a:t>• Integration strategy</a:t>
            </a:r>
          </a:p>
          <a:p>
            <a:r>
              <a:rPr lang="en-US" sz="2800" dirty="0"/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9. 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prototype description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model screenshots/results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Data classification &amp; analysis</a:t>
            </a:r>
          </a:p>
          <a:p>
            <a:r>
              <a:rPr lang="en-US" sz="2800" dirty="0"/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Performance metrics</a:t>
            </a:r>
          </a:p>
          <a:p>
            <a:r>
              <a:rPr lang="en-US" sz="2800" dirty="0"/>
              <a:t>• Observations</a:t>
            </a:r>
          </a:p>
          <a:p>
            <a:r>
              <a:rPr lang="en-US" sz="2800" dirty="0"/>
              <a:t>• Validation of approach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Planned vs completed tasks</a:t>
            </a:r>
          </a:p>
          <a:p>
            <a:r>
              <a:rPr lang="en-US" dirty="0"/>
              <a:t>• Next milestones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Lock, S., &amp; Kotonya, G. (1999). An integrated, probabilistic framework for requirement change impact analysis. Australasian Journal of Information Systems, 6(2).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HOW TO CITE A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GO TO GOOGLE SCHOLAR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GIVE THE PAPER TITLE IN SEARCH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ONCE THE PAPER WHAT YOU HAVE SEARCHED FOR IS LISTED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CHOOSE CITE AT THE BOTTOM OF THE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SELECT APA FORMAT AND COPY IT HERE</a:t>
            </a:r>
          </a:p>
          <a:p>
            <a:pPr marL="0" indent="0" algn="just">
              <a:buNone/>
            </a:pP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A5351-9EAA-8306-D86D-CD6AE061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95600"/>
            <a:ext cx="6049219" cy="288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9EC38-0956-1847-653C-51980FBF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083002"/>
            <a:ext cx="4402728" cy="293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59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9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5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6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6880"/>
            <a:ext cx="11521440" cy="438912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29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Demo — Project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08080"/>
                </a:solidFill>
              </a:rPr>
              <a:t>[PASTE DEMO PROJECT SCREENSHOT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15704</TotalTime>
  <Words>478</Words>
  <Application>Microsoft Office PowerPoint</Application>
  <PresentationFormat>Custom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&lt;&lt;PROJECT TITLE **TIMES NEW ROMAN FONT SIZE 39**&gt;&gt;</vt:lpstr>
      <vt:lpstr>CONTENTS</vt:lpstr>
      <vt:lpstr>1.ABSTRACT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MODULE IDENTIFICATION</vt:lpstr>
      <vt:lpstr>7. SYSTEM ARCHITECTURE</vt:lpstr>
      <vt:lpstr>8. DEVELOPMENT &amp; INTEGRATION</vt:lpstr>
      <vt:lpstr>9. PROTOTYPE / RESEARCH FRAMEWORK</vt:lpstr>
      <vt:lpstr>10. OUTCOME</vt:lpstr>
      <vt:lpstr>11. RESULTS</vt:lpstr>
      <vt:lpstr>12. TIMELINE / GANTT CHART</vt:lpstr>
      <vt:lpstr>13. REFERENCES</vt:lpstr>
      <vt:lpstr>REFERENCES (CONTD..,)</vt:lpstr>
      <vt:lpstr>REFERENCES (CONTD..,)</vt:lpstr>
      <vt:lpstr>REFERENCES (CONTD..,)</vt:lpstr>
      <vt:lpstr>REFERENCES (CONTD..,)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Graceline Jasmine</cp:lastModifiedBy>
  <cp:revision>127</cp:revision>
  <dcterms:created xsi:type="dcterms:W3CDTF">2020-07-13T09:49:45Z</dcterms:created>
  <dcterms:modified xsi:type="dcterms:W3CDTF">2026-03-30T08:45:34Z</dcterms:modified>
</cp:coreProperties>
</file>